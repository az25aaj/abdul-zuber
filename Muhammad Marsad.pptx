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6"/>
  </p:notesMasterIdLst>
  <p:handoutMasterIdLst>
    <p:handoutMasterId r:id="rId17"/>
  </p:handoutMasterIdLst>
  <p:sldIdLst>
    <p:sldId id="289" r:id="rId5"/>
    <p:sldId id="340" r:id="rId6"/>
    <p:sldId id="329" r:id="rId7"/>
    <p:sldId id="336" r:id="rId8"/>
    <p:sldId id="341" r:id="rId9"/>
    <p:sldId id="343" r:id="rId10"/>
    <p:sldId id="352" r:id="rId11"/>
    <p:sldId id="344" r:id="rId12"/>
    <p:sldId id="345" r:id="rId13"/>
    <p:sldId id="353" r:id="rId14"/>
    <p:sldId id="346"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guide id="3" orient="horz" pos="3249" userDrawn="1">
          <p15:clr>
            <a:srgbClr val="A4A3A4"/>
          </p15:clr>
        </p15:guide>
        <p15:guide id="4" pos="7068" userDrawn="1">
          <p15:clr>
            <a:srgbClr val="A4A3A4"/>
          </p15:clr>
        </p15:guide>
        <p15:guide id="5" orient="horz" pos="138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97CBE"/>
    <a:srgbClr val="85509A"/>
    <a:srgbClr val="714484"/>
    <a:srgbClr val="0073CF"/>
    <a:srgbClr val="203232"/>
    <a:srgbClr val="30454F"/>
    <a:srgbClr val="1295D8"/>
    <a:srgbClr val="004A5C"/>
    <a:srgbClr val="0093B6"/>
    <a:srgbClr val="00B9E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4" d="100"/>
          <a:sy n="64" d="100"/>
        </p:scale>
        <p:origin x="90" y="102"/>
      </p:cViewPr>
      <p:guideLst>
        <p:guide orient="horz" pos="2160"/>
        <p:guide pos="3840"/>
        <p:guide orient="horz" pos="3249"/>
        <p:guide pos="7068"/>
        <p:guide orient="horz" pos="1380"/>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98966F2-21A1-4B2B-ADA6-AD0BB447B7C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a:extLst>
              <a:ext uri="{FF2B5EF4-FFF2-40B4-BE49-F238E27FC236}">
                <a16:creationId xmlns:a16="http://schemas.microsoft.com/office/drawing/2014/main" id="{751468BB-CDF2-4507-B4EF-7B369D307A4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3FAAC3A-BD1F-4A00-9099-74B95789FE00}" type="datetimeFigureOut">
              <a:rPr lang="en-GB" smtClean="0"/>
              <a:pPr/>
              <a:t>11/12/2025</a:t>
            </a:fld>
            <a:endParaRPr lang="en-GB"/>
          </a:p>
        </p:txBody>
      </p:sp>
      <p:sp>
        <p:nvSpPr>
          <p:cNvPr id="4" name="Footer Placeholder 3">
            <a:extLst>
              <a:ext uri="{FF2B5EF4-FFF2-40B4-BE49-F238E27FC236}">
                <a16:creationId xmlns:a16="http://schemas.microsoft.com/office/drawing/2014/main" id="{904BCF7D-6037-48D3-84E5-56B8B055214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a:extLst>
              <a:ext uri="{FF2B5EF4-FFF2-40B4-BE49-F238E27FC236}">
                <a16:creationId xmlns:a16="http://schemas.microsoft.com/office/drawing/2014/main" id="{D619E732-656C-4BB5-ACCB-1568C5C66DD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29F51D9-0FEB-436E-9280-D6033F603547}" type="slidenum">
              <a:rPr lang="en-GB" smtClean="0"/>
              <a:pPr/>
              <a:t>‹#›</a:t>
            </a:fld>
            <a:endParaRPr lang="en-GB"/>
          </a:p>
        </p:txBody>
      </p:sp>
    </p:spTree>
    <p:extLst>
      <p:ext uri="{BB962C8B-B14F-4D97-AF65-F5344CB8AC3E}">
        <p14:creationId xmlns:p14="http://schemas.microsoft.com/office/powerpoint/2010/main" val="227058406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E359C8A-39F6-4045-9163-4042C4C26B15}" type="datetimeFigureOut">
              <a:rPr lang="en-GB" smtClean="0"/>
              <a:pPr/>
              <a:t>11/12/2025</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0370952-48CC-46D7-9FCD-59FAD40CC025}" type="slidenum">
              <a:rPr lang="en-GB" smtClean="0"/>
              <a:pPr/>
              <a:t>‹#›</a:t>
            </a:fld>
            <a:endParaRPr lang="en-GB"/>
          </a:p>
        </p:txBody>
      </p:sp>
    </p:spTree>
    <p:extLst>
      <p:ext uri="{BB962C8B-B14F-4D97-AF65-F5344CB8AC3E}">
        <p14:creationId xmlns:p14="http://schemas.microsoft.com/office/powerpoint/2010/main" val="30102317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30370952-48CC-46D7-9FCD-59FAD40CC025}" type="slidenum">
              <a:rPr lang="en-GB" smtClean="0"/>
              <a:pPr/>
              <a:t>2</a:t>
            </a:fld>
            <a:endParaRPr lang="en-GB"/>
          </a:p>
        </p:txBody>
      </p:sp>
    </p:spTree>
    <p:extLst>
      <p:ext uri="{BB962C8B-B14F-4D97-AF65-F5344CB8AC3E}">
        <p14:creationId xmlns:p14="http://schemas.microsoft.com/office/powerpoint/2010/main" val="395671854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Before specifying your Research Question you must define the type of data you are analysing.  Are the variables you select interval data (measurement data you can divide, multiple, etc),  OR are they ordinal (there is a definite order but the intervals between each variable are not necessarily equal, or the terms might be subjective like in a </a:t>
            </a:r>
            <a:r>
              <a:rPr lang="en-GB" err="1"/>
              <a:t>likert</a:t>
            </a:r>
            <a:r>
              <a:rPr lang="en-GB"/>
              <a:t> scale); OR are they just categorical/nominal (Items such as film names, cities, etc., that you can count numbers of occurrences?   You also need to understand whether the variable is either dependent or independent and this will vary according to the context. Independent variables may cause an effect, whereas the dependent variable might be effected by the independent variable.  Check the lecture notes on the RQ for more information and examples.  </a:t>
            </a:r>
          </a:p>
          <a:p>
            <a:endParaRPr lang="en-GB"/>
          </a:p>
          <a:p>
            <a:r>
              <a:rPr lang="en-GB"/>
              <a:t>You will get only one opportunity to present your Research Question ahead of the submission date.  Have your questions ready, and be ready to take notes on feedback.</a:t>
            </a:r>
          </a:p>
        </p:txBody>
      </p:sp>
      <p:sp>
        <p:nvSpPr>
          <p:cNvPr id="4" name="Slide Number Placeholder 3"/>
          <p:cNvSpPr>
            <a:spLocks noGrp="1"/>
          </p:cNvSpPr>
          <p:nvPr>
            <p:ph type="sldNum" sz="quarter" idx="5"/>
          </p:nvPr>
        </p:nvSpPr>
        <p:spPr/>
        <p:txBody>
          <a:bodyPr/>
          <a:lstStyle/>
          <a:p>
            <a:fld id="{30370952-48CC-46D7-9FCD-59FAD40CC025}" type="slidenum">
              <a:rPr lang="en-GB" smtClean="0"/>
              <a:pPr/>
              <a:t>3</a:t>
            </a:fld>
            <a:endParaRPr lang="en-GB"/>
          </a:p>
        </p:txBody>
      </p:sp>
    </p:spTree>
    <p:extLst>
      <p:ext uri="{BB962C8B-B14F-4D97-AF65-F5344CB8AC3E}">
        <p14:creationId xmlns:p14="http://schemas.microsoft.com/office/powerpoint/2010/main" val="290594140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30370952-48CC-46D7-9FCD-59FAD40CC025}" type="slidenum">
              <a:rPr lang="en-GB" smtClean="0"/>
              <a:pPr/>
              <a:t>4</a:t>
            </a:fld>
            <a:endParaRPr lang="en-GB"/>
          </a:p>
        </p:txBody>
      </p:sp>
    </p:spTree>
    <p:extLst>
      <p:ext uri="{BB962C8B-B14F-4D97-AF65-F5344CB8AC3E}">
        <p14:creationId xmlns:p14="http://schemas.microsoft.com/office/powerpoint/2010/main" val="266798494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30370952-48CC-46D7-9FCD-59FAD40CC025}" type="slidenum">
              <a:rPr lang="en-GB" smtClean="0"/>
              <a:pPr/>
              <a:t>5</a:t>
            </a:fld>
            <a:endParaRPr lang="en-GB"/>
          </a:p>
        </p:txBody>
      </p:sp>
    </p:spTree>
    <p:extLst>
      <p:ext uri="{BB962C8B-B14F-4D97-AF65-F5344CB8AC3E}">
        <p14:creationId xmlns:p14="http://schemas.microsoft.com/office/powerpoint/2010/main" val="393942928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3C62B9-785E-98C4-E14B-6256BCEADA6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8EDCAE0-69B7-DB16-AAF8-1DCB1356CFD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CB2AD2C-8D78-4B38-3FF9-78CC407929AB}"/>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13B75AF8-D302-D71B-1432-C1EECA7AE27B}"/>
              </a:ext>
            </a:extLst>
          </p:cNvPr>
          <p:cNvSpPr>
            <a:spLocks noGrp="1"/>
          </p:cNvSpPr>
          <p:nvPr>
            <p:ph type="sldNum" sz="quarter" idx="5"/>
          </p:nvPr>
        </p:nvSpPr>
        <p:spPr/>
        <p:txBody>
          <a:bodyPr/>
          <a:lstStyle/>
          <a:p>
            <a:fld id="{30370952-48CC-46D7-9FCD-59FAD40CC025}" type="slidenum">
              <a:rPr lang="en-GB" smtClean="0"/>
              <a:pPr/>
              <a:t>6</a:t>
            </a:fld>
            <a:endParaRPr lang="en-GB"/>
          </a:p>
        </p:txBody>
      </p:sp>
    </p:spTree>
    <p:extLst>
      <p:ext uri="{BB962C8B-B14F-4D97-AF65-F5344CB8AC3E}">
        <p14:creationId xmlns:p14="http://schemas.microsoft.com/office/powerpoint/2010/main" val="171291546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E68852-3346-9FF7-577E-CF24E53D8E3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540CE9B-5F17-0712-25FA-3C36508F671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947D723-FCC6-9B39-8D3E-013DEB0BC11D}"/>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D82C7DB1-6577-1B22-0A99-B219258C1DDD}"/>
              </a:ext>
            </a:extLst>
          </p:cNvPr>
          <p:cNvSpPr>
            <a:spLocks noGrp="1"/>
          </p:cNvSpPr>
          <p:nvPr>
            <p:ph type="sldNum" sz="quarter" idx="5"/>
          </p:nvPr>
        </p:nvSpPr>
        <p:spPr/>
        <p:txBody>
          <a:bodyPr/>
          <a:lstStyle/>
          <a:p>
            <a:fld id="{30370952-48CC-46D7-9FCD-59FAD40CC025}" type="slidenum">
              <a:rPr lang="en-GB" smtClean="0"/>
              <a:pPr/>
              <a:t>7</a:t>
            </a:fld>
            <a:endParaRPr lang="en-GB"/>
          </a:p>
        </p:txBody>
      </p:sp>
    </p:spTree>
    <p:extLst>
      <p:ext uri="{BB962C8B-B14F-4D97-AF65-F5344CB8AC3E}">
        <p14:creationId xmlns:p14="http://schemas.microsoft.com/office/powerpoint/2010/main" val="58210529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87BD4C-B227-29C3-5D00-FC6B280239A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1D427B9-179D-458C-0D07-A591C50575D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FEBF2F6-D7B1-2031-4497-5953AB8F9B92}"/>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0682DEB1-CCE5-2D6D-FDF7-D99076D52E12}"/>
              </a:ext>
            </a:extLst>
          </p:cNvPr>
          <p:cNvSpPr>
            <a:spLocks noGrp="1"/>
          </p:cNvSpPr>
          <p:nvPr>
            <p:ph type="sldNum" sz="quarter" idx="5"/>
          </p:nvPr>
        </p:nvSpPr>
        <p:spPr/>
        <p:txBody>
          <a:bodyPr/>
          <a:lstStyle/>
          <a:p>
            <a:fld id="{30370952-48CC-46D7-9FCD-59FAD40CC025}" type="slidenum">
              <a:rPr lang="en-GB" smtClean="0"/>
              <a:pPr/>
              <a:t>8</a:t>
            </a:fld>
            <a:endParaRPr lang="en-GB"/>
          </a:p>
        </p:txBody>
      </p:sp>
    </p:spTree>
    <p:extLst>
      <p:ext uri="{BB962C8B-B14F-4D97-AF65-F5344CB8AC3E}">
        <p14:creationId xmlns:p14="http://schemas.microsoft.com/office/powerpoint/2010/main" val="265244112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BE2023-D659-05DD-CB54-566DCBE2D67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0C127F9-96E6-574A-6435-D7EF8C22298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9877585-C8C3-28D7-13B2-F62290A660DE}"/>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0111C2AC-0826-F21C-0107-AC006F6DD35B}"/>
              </a:ext>
            </a:extLst>
          </p:cNvPr>
          <p:cNvSpPr>
            <a:spLocks noGrp="1"/>
          </p:cNvSpPr>
          <p:nvPr>
            <p:ph type="sldNum" sz="quarter" idx="5"/>
          </p:nvPr>
        </p:nvSpPr>
        <p:spPr/>
        <p:txBody>
          <a:bodyPr/>
          <a:lstStyle/>
          <a:p>
            <a:fld id="{30370952-48CC-46D7-9FCD-59FAD40CC025}" type="slidenum">
              <a:rPr lang="en-GB" smtClean="0"/>
              <a:pPr/>
              <a:t>9</a:t>
            </a:fld>
            <a:endParaRPr lang="en-GB"/>
          </a:p>
        </p:txBody>
      </p:sp>
    </p:spTree>
    <p:extLst>
      <p:ext uri="{BB962C8B-B14F-4D97-AF65-F5344CB8AC3E}">
        <p14:creationId xmlns:p14="http://schemas.microsoft.com/office/powerpoint/2010/main" val="32520715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439E6C-7679-BAC7-4C2B-6600BEFEC27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18E4D23-95A9-7440-93F7-376D40639F1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3398703-C5C6-64AD-5339-BF89B639E01A}"/>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E887EC19-23F9-683F-33FF-81AFDA98B18D}"/>
              </a:ext>
            </a:extLst>
          </p:cNvPr>
          <p:cNvSpPr>
            <a:spLocks noGrp="1"/>
          </p:cNvSpPr>
          <p:nvPr>
            <p:ph type="sldNum" sz="quarter" idx="5"/>
          </p:nvPr>
        </p:nvSpPr>
        <p:spPr/>
        <p:txBody>
          <a:bodyPr/>
          <a:lstStyle/>
          <a:p>
            <a:fld id="{30370952-48CC-46D7-9FCD-59FAD40CC025}" type="slidenum">
              <a:rPr lang="en-GB" smtClean="0"/>
              <a:pPr/>
              <a:t>10</a:t>
            </a:fld>
            <a:endParaRPr lang="en-GB"/>
          </a:p>
        </p:txBody>
      </p:sp>
    </p:spTree>
    <p:extLst>
      <p:ext uri="{BB962C8B-B14F-4D97-AF65-F5344CB8AC3E}">
        <p14:creationId xmlns:p14="http://schemas.microsoft.com/office/powerpoint/2010/main" val="336186314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DD8787-878B-01C9-E33D-8DB772DB6BB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B4FAD14-FED0-CCED-2A8E-98778862D5D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E98E8B1-C207-22AE-64A0-E7A66B07C538}"/>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E51E7C03-6D84-5561-23A6-9A83BC6B566D}"/>
              </a:ext>
            </a:extLst>
          </p:cNvPr>
          <p:cNvSpPr>
            <a:spLocks noGrp="1"/>
          </p:cNvSpPr>
          <p:nvPr>
            <p:ph type="sldNum" sz="quarter" idx="5"/>
          </p:nvPr>
        </p:nvSpPr>
        <p:spPr/>
        <p:txBody>
          <a:bodyPr/>
          <a:lstStyle/>
          <a:p>
            <a:fld id="{30370952-48CC-46D7-9FCD-59FAD40CC025}" type="slidenum">
              <a:rPr lang="en-GB" smtClean="0"/>
              <a:pPr/>
              <a:t>11</a:t>
            </a:fld>
            <a:endParaRPr lang="en-GB"/>
          </a:p>
        </p:txBody>
      </p:sp>
    </p:spTree>
    <p:extLst>
      <p:ext uri="{BB962C8B-B14F-4D97-AF65-F5344CB8AC3E}">
        <p14:creationId xmlns:p14="http://schemas.microsoft.com/office/powerpoint/2010/main" val="330035554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4" name="Picture 3" descr="University of Hertfordshire logo">
            <a:extLst>
              <a:ext uri="{FF2B5EF4-FFF2-40B4-BE49-F238E27FC236}">
                <a16:creationId xmlns:a16="http://schemas.microsoft.com/office/drawing/2014/main" id="{16E4BB13-0D32-AA4A-BF91-2B76A7C18242}"/>
              </a:ext>
            </a:extLst>
          </p:cNvPr>
          <p:cNvPicPr>
            <a:picLocks noChangeAspect="1"/>
          </p:cNvPicPr>
          <p:nvPr userDrawn="1"/>
        </p:nvPicPr>
        <p:blipFill>
          <a:blip r:embed="rId3">
            <a:extLst>
              <a:ext uri="{28A0092B-C50C-407E-A947-70E740481C1C}">
                <a14:useLocalDpi xmlns:a14="http://schemas.microsoft.com/office/drawing/2010/main"/>
              </a:ext>
            </a:extLst>
          </a:blip>
          <a:stretch>
            <a:fillRect/>
          </a:stretch>
        </p:blipFill>
        <p:spPr>
          <a:xfrm>
            <a:off x="2844000" y="2854800"/>
            <a:ext cx="6501600" cy="1153633"/>
          </a:xfrm>
          <a:prstGeom prst="rect">
            <a:avLst/>
          </a:prstGeom>
        </p:spPr>
      </p:pic>
    </p:spTree>
    <p:extLst>
      <p:ext uri="{BB962C8B-B14F-4D97-AF65-F5344CB8AC3E}">
        <p14:creationId xmlns:p14="http://schemas.microsoft.com/office/powerpoint/2010/main" val="27581673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Section divider">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81B53D-9933-445F-9B68-E730EB38A5A9}"/>
              </a:ext>
            </a:extLst>
          </p:cNvPr>
          <p:cNvSpPr>
            <a:spLocks noGrp="1"/>
          </p:cNvSpPr>
          <p:nvPr>
            <p:ph type="ctrTitle" hasCustomPrompt="1"/>
          </p:nvPr>
        </p:nvSpPr>
        <p:spPr>
          <a:xfrm>
            <a:off x="953999" y="2579715"/>
            <a:ext cx="10031157" cy="2160000"/>
          </a:xfrm>
        </p:spPr>
        <p:txBody>
          <a:bodyPr anchor="t" anchorCtr="0">
            <a:normAutofit/>
          </a:bodyPr>
          <a:lstStyle>
            <a:lvl1pPr algn="l">
              <a:lnSpc>
                <a:spcPts val="8000"/>
              </a:lnSpc>
              <a:defRPr sz="7500" b="1" kern="3000" spc="-200" baseline="0">
                <a:solidFill>
                  <a:schemeClr val="bg1"/>
                </a:solidFill>
              </a:defRPr>
            </a:lvl1pPr>
          </a:lstStyle>
          <a:p>
            <a:r>
              <a:rPr lang="en-US"/>
              <a:t>Click to edit master title</a:t>
            </a:r>
            <a:endParaRPr lang="en-GB"/>
          </a:p>
        </p:txBody>
      </p:sp>
      <p:sp>
        <p:nvSpPr>
          <p:cNvPr id="3" name="Subtitle 2">
            <a:extLst>
              <a:ext uri="{FF2B5EF4-FFF2-40B4-BE49-F238E27FC236}">
                <a16:creationId xmlns:a16="http://schemas.microsoft.com/office/drawing/2014/main" id="{E2C6B9F5-608F-4534-96F0-C3A5E1A638A6}"/>
              </a:ext>
            </a:extLst>
          </p:cNvPr>
          <p:cNvSpPr>
            <a:spLocks noGrp="1"/>
          </p:cNvSpPr>
          <p:nvPr>
            <p:ph type="subTitle" idx="1" hasCustomPrompt="1"/>
          </p:nvPr>
        </p:nvSpPr>
        <p:spPr>
          <a:xfrm>
            <a:off x="954000" y="1890000"/>
            <a:ext cx="10031156" cy="360000"/>
          </a:xfrm>
        </p:spPr>
        <p:txBody>
          <a:bodyPr lIns="0" tIns="0" rIns="0" bIns="0">
            <a:noAutofit/>
          </a:bodyPr>
          <a:lstStyle>
            <a:lvl1pPr marL="0" indent="0" algn="l">
              <a:buNone/>
              <a:defRPr sz="3600" b="1" kern="3000" spc="-100" baseline="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a:t>
            </a:r>
            <a:endParaRPr lang="en-GB"/>
          </a:p>
        </p:txBody>
      </p:sp>
      <p:sp>
        <p:nvSpPr>
          <p:cNvPr id="5" name="Footer Placeholder 4">
            <a:extLst>
              <a:ext uri="{FF2B5EF4-FFF2-40B4-BE49-F238E27FC236}">
                <a16:creationId xmlns:a16="http://schemas.microsoft.com/office/drawing/2014/main" id="{0540E7B9-9AC6-4E42-A931-6FF91E6494A1}"/>
              </a:ext>
            </a:extLst>
          </p:cNvPr>
          <p:cNvSpPr>
            <a:spLocks noGrp="1"/>
          </p:cNvSpPr>
          <p:nvPr>
            <p:ph type="ftr" sz="quarter" idx="11"/>
          </p:nvPr>
        </p:nvSpPr>
        <p:spPr>
          <a:xfrm>
            <a:off x="965289" y="779733"/>
            <a:ext cx="7176911" cy="230832"/>
          </a:xfrm>
        </p:spPr>
        <p:txBody>
          <a:bodyPr>
            <a:noAutofit/>
          </a:bodyPr>
          <a:lstStyle>
            <a:lvl1pPr>
              <a:defRPr>
                <a:solidFill>
                  <a:schemeClr val="bg1"/>
                </a:solidFill>
              </a:defRPr>
            </a:lvl1pPr>
          </a:lstStyle>
          <a:p>
            <a:r>
              <a:rPr lang="en-GB"/>
              <a:t>PRESENTATION TITLE (ADD VIA INSERT, HEADER &amp; FOOTER)</a:t>
            </a:r>
            <a:endParaRPr lang="en-GB">
              <a:solidFill>
                <a:schemeClr val="bg1"/>
              </a:solidFill>
            </a:endParaRPr>
          </a:p>
        </p:txBody>
      </p:sp>
      <p:sp>
        <p:nvSpPr>
          <p:cNvPr id="6" name="Slide Number Placeholder 5">
            <a:extLst>
              <a:ext uri="{FF2B5EF4-FFF2-40B4-BE49-F238E27FC236}">
                <a16:creationId xmlns:a16="http://schemas.microsoft.com/office/drawing/2014/main" id="{FB16D645-6420-4785-8316-43EF780FA589}"/>
              </a:ext>
            </a:extLst>
          </p:cNvPr>
          <p:cNvSpPr>
            <a:spLocks noGrp="1"/>
          </p:cNvSpPr>
          <p:nvPr>
            <p:ph type="sldNum" sz="quarter" idx="12"/>
          </p:nvPr>
        </p:nvSpPr>
        <p:spPr>
          <a:xfrm>
            <a:off x="10616400" y="779733"/>
            <a:ext cx="622800" cy="230832"/>
          </a:xfrm>
        </p:spPr>
        <p:txBody>
          <a:bodyPr wrap="square">
            <a:noAutofit/>
          </a:bodyPr>
          <a:lstStyle>
            <a:lvl1pPr>
              <a:defRPr>
                <a:solidFill>
                  <a:schemeClr val="bg1"/>
                </a:solidFill>
              </a:defRPr>
            </a:lvl1pPr>
          </a:lstStyle>
          <a:p>
            <a:fld id="{E4D355CA-84B7-41B1-B164-8BB439CC7C6B}" type="slidenum">
              <a:rPr lang="en-GB" smtClean="0"/>
              <a:pPr/>
              <a:t>‹#›</a:t>
            </a:fld>
            <a:endParaRPr lang="en-GB"/>
          </a:p>
        </p:txBody>
      </p:sp>
      <p:pic>
        <p:nvPicPr>
          <p:cNvPr id="8" name="Picture 7" descr="A picture containing drawing&#10;&#10;Description automatically generated">
            <a:extLst>
              <a:ext uri="{FF2B5EF4-FFF2-40B4-BE49-F238E27FC236}">
                <a16:creationId xmlns:a16="http://schemas.microsoft.com/office/drawing/2014/main" id="{BCCF2CA0-CCE3-4304-8F31-4D1CC50BCBDE}"/>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954000" y="5511600"/>
            <a:ext cx="2242800" cy="397959"/>
          </a:xfrm>
          <a:prstGeom prst="rect">
            <a:avLst/>
          </a:prstGeom>
        </p:spPr>
      </p:pic>
    </p:spTree>
    <p:extLst>
      <p:ext uri="{BB962C8B-B14F-4D97-AF65-F5344CB8AC3E}">
        <p14:creationId xmlns:p14="http://schemas.microsoft.com/office/powerpoint/2010/main" val="17136161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page">
    <p:bg>
      <p:bgPr>
        <a:solidFill>
          <a:schemeClr val="bg1"/>
        </a:solidFill>
        <a:effectLst/>
      </p:bgPr>
    </p:bg>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E2C6B9F5-608F-4534-96F0-C3A5E1A638A6}"/>
              </a:ext>
            </a:extLst>
          </p:cNvPr>
          <p:cNvSpPr>
            <a:spLocks noGrp="1"/>
          </p:cNvSpPr>
          <p:nvPr>
            <p:ph type="subTitle" idx="1"/>
          </p:nvPr>
        </p:nvSpPr>
        <p:spPr>
          <a:xfrm>
            <a:off x="954000" y="1890000"/>
            <a:ext cx="7200000" cy="360000"/>
          </a:xfrm>
        </p:spPr>
        <p:txBody>
          <a:bodyPr lIns="0" tIns="0" rIns="0" bIns="0">
            <a:noAutofit/>
          </a:bodyPr>
          <a:lstStyle>
            <a:lvl1pPr marL="0" indent="0" algn="l">
              <a:buNone/>
              <a:defRPr sz="3600" b="1" kern="3000" spc="-100"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5" name="Footer Placeholder 4">
            <a:extLst>
              <a:ext uri="{FF2B5EF4-FFF2-40B4-BE49-F238E27FC236}">
                <a16:creationId xmlns:a16="http://schemas.microsoft.com/office/drawing/2014/main" id="{0540E7B9-9AC6-4E42-A931-6FF91E6494A1}"/>
              </a:ext>
            </a:extLst>
          </p:cNvPr>
          <p:cNvSpPr>
            <a:spLocks noGrp="1"/>
          </p:cNvSpPr>
          <p:nvPr>
            <p:ph type="ftr" sz="quarter" idx="11"/>
          </p:nvPr>
        </p:nvSpPr>
        <p:spPr>
          <a:xfrm>
            <a:off x="965289" y="791022"/>
            <a:ext cx="7176911" cy="230832"/>
          </a:xfrm>
        </p:spPr>
        <p:txBody>
          <a:bodyPr>
            <a:noAutofit/>
          </a:bodyPr>
          <a:lstStyle>
            <a:lvl1pPr>
              <a:defRPr>
                <a:solidFill>
                  <a:srgbClr val="8F9898"/>
                </a:solidFill>
              </a:defRPr>
            </a:lvl1pPr>
          </a:lstStyle>
          <a:p>
            <a:r>
              <a:rPr lang="en-GB"/>
              <a:t>PRESENTATION TITLE (ADD VIA INSERT, HEADER &amp; FOOTER)</a:t>
            </a:r>
          </a:p>
        </p:txBody>
      </p:sp>
      <p:sp>
        <p:nvSpPr>
          <p:cNvPr id="6" name="Slide Number Placeholder 5">
            <a:extLst>
              <a:ext uri="{FF2B5EF4-FFF2-40B4-BE49-F238E27FC236}">
                <a16:creationId xmlns:a16="http://schemas.microsoft.com/office/drawing/2014/main" id="{FB16D645-6420-4785-8316-43EF780FA589}"/>
              </a:ext>
            </a:extLst>
          </p:cNvPr>
          <p:cNvSpPr>
            <a:spLocks noGrp="1"/>
          </p:cNvSpPr>
          <p:nvPr>
            <p:ph type="sldNum" sz="quarter" idx="12"/>
          </p:nvPr>
        </p:nvSpPr>
        <p:spPr>
          <a:xfrm>
            <a:off x="10616400" y="791022"/>
            <a:ext cx="622800" cy="230832"/>
          </a:xfrm>
        </p:spPr>
        <p:txBody>
          <a:bodyPr wrap="square">
            <a:noAutofit/>
          </a:bodyPr>
          <a:lstStyle>
            <a:lvl1pPr>
              <a:defRPr>
                <a:solidFill>
                  <a:srgbClr val="8F9898"/>
                </a:solidFill>
              </a:defRPr>
            </a:lvl1pPr>
          </a:lstStyle>
          <a:p>
            <a:fld id="{E4D355CA-84B7-41B1-B164-8BB439CC7C6B}" type="slidenum">
              <a:rPr lang="en-GB" smtClean="0"/>
              <a:pPr/>
              <a:t>‹#›</a:t>
            </a:fld>
            <a:endParaRPr lang="en-GB"/>
          </a:p>
        </p:txBody>
      </p:sp>
      <p:sp>
        <p:nvSpPr>
          <p:cNvPr id="9" name="Title 1">
            <a:extLst>
              <a:ext uri="{FF2B5EF4-FFF2-40B4-BE49-F238E27FC236}">
                <a16:creationId xmlns:a16="http://schemas.microsoft.com/office/drawing/2014/main" id="{E9449821-0D0D-644D-97A3-D56097A9C6DA}"/>
              </a:ext>
            </a:extLst>
          </p:cNvPr>
          <p:cNvSpPr>
            <a:spLocks noGrp="1"/>
          </p:cNvSpPr>
          <p:nvPr>
            <p:ph type="ctrTitle" hasCustomPrompt="1"/>
          </p:nvPr>
        </p:nvSpPr>
        <p:spPr>
          <a:xfrm>
            <a:off x="953999" y="2579715"/>
            <a:ext cx="10031157" cy="2160000"/>
          </a:xfrm>
        </p:spPr>
        <p:txBody>
          <a:bodyPr anchor="t" anchorCtr="0">
            <a:normAutofit/>
          </a:bodyPr>
          <a:lstStyle>
            <a:lvl1pPr algn="l">
              <a:lnSpc>
                <a:spcPts val="8000"/>
              </a:lnSpc>
              <a:defRPr sz="7500" b="1" kern="3000" spc="-200" baseline="0">
                <a:solidFill>
                  <a:schemeClr val="tx1"/>
                </a:solidFill>
              </a:defRPr>
            </a:lvl1pPr>
          </a:lstStyle>
          <a:p>
            <a:r>
              <a:rPr lang="en-US"/>
              <a:t>Click to edit master title</a:t>
            </a:r>
            <a:endParaRPr lang="en-GB"/>
          </a:p>
        </p:txBody>
      </p:sp>
      <p:sp>
        <p:nvSpPr>
          <p:cNvPr id="10" name="Rectangle 9">
            <a:extLst>
              <a:ext uri="{FF2B5EF4-FFF2-40B4-BE49-F238E27FC236}">
                <a16:creationId xmlns:a16="http://schemas.microsoft.com/office/drawing/2014/main" id="{44F6EB17-8019-7B4E-B53C-76B057A7C31F}"/>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accent1"/>
              </a:solidFill>
            </a:endParaRPr>
          </a:p>
        </p:txBody>
      </p:sp>
      <p:pic>
        <p:nvPicPr>
          <p:cNvPr id="11" name="Picture 10">
            <a:extLst>
              <a:ext uri="{FF2B5EF4-FFF2-40B4-BE49-F238E27FC236}">
                <a16:creationId xmlns:a16="http://schemas.microsoft.com/office/drawing/2014/main" id="{0503EF50-F00F-9643-BE53-F0A5272FC4B2}"/>
              </a:ext>
            </a:extLst>
          </p:cNvPr>
          <p:cNvPicPr>
            <a:picLocks noChangeAspect="1"/>
          </p:cNvPicPr>
          <p:nvPr userDrawn="1"/>
        </p:nvPicPr>
        <p:blipFill>
          <a:blip r:embed="rId2"/>
          <a:stretch>
            <a:fillRect/>
          </a:stretch>
        </p:blipFill>
        <p:spPr>
          <a:xfrm>
            <a:off x="953998" y="5517266"/>
            <a:ext cx="2244881" cy="396903"/>
          </a:xfrm>
          <a:prstGeom prst="rect">
            <a:avLst/>
          </a:prstGeom>
        </p:spPr>
      </p:pic>
    </p:spTree>
    <p:extLst>
      <p:ext uri="{BB962C8B-B14F-4D97-AF65-F5344CB8AC3E}">
        <p14:creationId xmlns:p14="http://schemas.microsoft.com/office/powerpoint/2010/main" val="41082078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and Two Conten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AFE49-0143-472F-897B-A7DAB87AB4E4}"/>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981FBDFA-876B-4255-A301-F62F1EDD8D66}"/>
              </a:ext>
            </a:extLst>
          </p:cNvPr>
          <p:cNvSpPr>
            <a:spLocks noGrp="1"/>
          </p:cNvSpPr>
          <p:nvPr>
            <p:ph sz="half" idx="1" hasCustomPrompt="1"/>
          </p:nvPr>
        </p:nvSpPr>
        <p:spPr>
          <a:xfrm>
            <a:off x="973668" y="2717444"/>
            <a:ext cx="4903200" cy="3175200"/>
          </a:xfrm>
        </p:spPr>
        <p:txBody>
          <a:bodyPr vert="horz" lIns="0" tIns="0" rIns="0" bIns="0" rtlCol="0">
            <a:noAutofit/>
          </a:bodyPr>
          <a:lstStyle>
            <a:lvl1pPr>
              <a:defRPr lang="en-US" b="0" dirty="0" smtClean="0">
                <a:solidFill>
                  <a:srgbClr val="203232"/>
                </a:solidFill>
              </a:defRPr>
            </a:lvl1pPr>
            <a:lvl2pPr>
              <a:defRPr lang="en-US" dirty="0" smtClean="0"/>
            </a:lvl2pPr>
            <a:lvl3pPr>
              <a:defRPr lang="en-GB" dirty="0"/>
            </a:lvl3pPr>
            <a:lvl4pPr>
              <a:defRPr/>
            </a:lvl4pPr>
            <a:lvl5pPr>
              <a:defRPr>
                <a:solidFill>
                  <a:schemeClr val="accent4"/>
                </a:solidFill>
              </a:defRPr>
            </a:lvl5pPr>
          </a:lstStyle>
          <a:p>
            <a:pPr lvl="0"/>
            <a:r>
              <a:rPr lang="en-GB"/>
              <a:t>Add Text</a:t>
            </a:r>
          </a:p>
        </p:txBody>
      </p:sp>
      <p:sp>
        <p:nvSpPr>
          <p:cNvPr id="4" name="Content Placeholder 3">
            <a:extLst>
              <a:ext uri="{FF2B5EF4-FFF2-40B4-BE49-F238E27FC236}">
                <a16:creationId xmlns:a16="http://schemas.microsoft.com/office/drawing/2014/main" id="{46F0C709-1F3D-4B13-A290-4041A33FB10E}"/>
              </a:ext>
            </a:extLst>
          </p:cNvPr>
          <p:cNvSpPr>
            <a:spLocks noGrp="1"/>
          </p:cNvSpPr>
          <p:nvPr>
            <p:ph sz="half" idx="2" hasCustomPrompt="1"/>
          </p:nvPr>
        </p:nvSpPr>
        <p:spPr>
          <a:xfrm>
            <a:off x="6336000" y="2717444"/>
            <a:ext cx="4456800" cy="3175200"/>
          </a:xfrm>
        </p:spPr>
        <p:txBody>
          <a:bodyPr vert="horz" lIns="0" tIns="0" rIns="0" bIns="0" rtlCol="0">
            <a:noAutofit/>
          </a:bodyPr>
          <a:lstStyle>
            <a:lvl1pPr marL="0" marR="0" indent="0" algn="l" defTabSz="914400" rtl="0" eaLnBrk="1" fontAlgn="auto" latinLnBrk="0" hangingPunct="1">
              <a:lnSpc>
                <a:spcPts val="2880"/>
              </a:lnSpc>
              <a:spcBef>
                <a:spcPts val="0"/>
              </a:spcBef>
              <a:spcAft>
                <a:spcPts val="992"/>
              </a:spcAft>
              <a:buClrTx/>
              <a:buSzTx/>
              <a:buFont typeface="Arial" panose="020B0604020202020204" pitchFamily="34" charset="0"/>
              <a:buNone/>
              <a:tabLst/>
              <a:defRPr lang="en-US" b="0" dirty="0" smtClean="0">
                <a:solidFill>
                  <a:srgbClr val="203232"/>
                </a:solidFill>
              </a:defRPr>
            </a:lvl1pPr>
            <a:lvl2pPr>
              <a:defRPr lang="en-US" dirty="0" smtClean="0"/>
            </a:lvl2pPr>
            <a:lvl3pPr>
              <a:defRPr lang="en-GB" dirty="0"/>
            </a:lvl3pPr>
            <a:lvl4pPr>
              <a:defRPr/>
            </a:lvl4pPr>
            <a:lvl5pPr>
              <a:defRPr>
                <a:solidFill>
                  <a:schemeClr val="accent4"/>
                </a:solidFill>
              </a:defRPr>
            </a:lvl5pPr>
          </a:lstStyle>
          <a:p>
            <a:pPr marL="0" marR="0" lvl="0" indent="0" algn="l" defTabSz="914400" rtl="0" eaLnBrk="1" fontAlgn="auto" latinLnBrk="0" hangingPunct="1">
              <a:lnSpc>
                <a:spcPts val="2880"/>
              </a:lnSpc>
              <a:spcBef>
                <a:spcPts val="0"/>
              </a:spcBef>
              <a:spcAft>
                <a:spcPts val="992"/>
              </a:spcAft>
              <a:buClrTx/>
              <a:buSzTx/>
              <a:buFont typeface="Arial" panose="020B0604020202020204" pitchFamily="34" charset="0"/>
              <a:buNone/>
              <a:tabLst/>
              <a:defRPr/>
            </a:pPr>
            <a:r>
              <a:rPr lang="en-GB" b="0"/>
              <a:t>Add Text</a:t>
            </a:r>
            <a:endParaRPr lang="en-GB"/>
          </a:p>
        </p:txBody>
      </p:sp>
      <p:sp>
        <p:nvSpPr>
          <p:cNvPr id="6" name="Footer Placeholder 5">
            <a:extLst>
              <a:ext uri="{FF2B5EF4-FFF2-40B4-BE49-F238E27FC236}">
                <a16:creationId xmlns:a16="http://schemas.microsoft.com/office/drawing/2014/main" id="{60A8C9C5-E913-47B9-82DE-196768E6D657}"/>
              </a:ext>
            </a:extLst>
          </p:cNvPr>
          <p:cNvSpPr>
            <a:spLocks noGrp="1"/>
          </p:cNvSpPr>
          <p:nvPr>
            <p:ph type="ftr" sz="quarter" idx="11"/>
          </p:nvPr>
        </p:nvSpPr>
        <p:spPr/>
        <p:txBody>
          <a:bodyPr/>
          <a:lstStyle/>
          <a:p>
            <a:r>
              <a:rPr lang="en-GB"/>
              <a:t>PRESENTATION TITLE (ADD VIA INSERT, HEADER &amp; FOOTER)</a:t>
            </a:r>
          </a:p>
        </p:txBody>
      </p:sp>
      <p:sp>
        <p:nvSpPr>
          <p:cNvPr id="7" name="Slide Number Placeholder 6">
            <a:extLst>
              <a:ext uri="{FF2B5EF4-FFF2-40B4-BE49-F238E27FC236}">
                <a16:creationId xmlns:a16="http://schemas.microsoft.com/office/drawing/2014/main" id="{E1558F66-ECA3-4B00-A383-8D2B86217C93}"/>
              </a:ext>
            </a:extLst>
          </p:cNvPr>
          <p:cNvSpPr>
            <a:spLocks noGrp="1"/>
          </p:cNvSpPr>
          <p:nvPr>
            <p:ph type="sldNum" sz="quarter" idx="12"/>
          </p:nvPr>
        </p:nvSpPr>
        <p:spPr/>
        <p:txBody>
          <a:bodyPr/>
          <a:lstStyle/>
          <a:p>
            <a:fld id="{E4D355CA-84B7-41B1-B164-8BB439CC7C6B}" type="slidenum">
              <a:rPr lang="en-GB" smtClean="0"/>
              <a:pPr/>
              <a:t>‹#›</a:t>
            </a:fld>
            <a:endParaRPr lang="en-GB"/>
          </a:p>
        </p:txBody>
      </p:sp>
      <p:sp>
        <p:nvSpPr>
          <p:cNvPr id="8" name="Rectangle 7">
            <a:extLst>
              <a:ext uri="{FF2B5EF4-FFF2-40B4-BE49-F238E27FC236}">
                <a16:creationId xmlns:a16="http://schemas.microsoft.com/office/drawing/2014/main" id="{62A19DAE-53D8-4F04-A4B9-B6EDFC23886D}"/>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accent1"/>
              </a:solidFill>
            </a:endParaRPr>
          </a:p>
        </p:txBody>
      </p:sp>
    </p:spTree>
    <p:extLst>
      <p:ext uri="{BB962C8B-B14F-4D97-AF65-F5344CB8AC3E}">
        <p14:creationId xmlns:p14="http://schemas.microsoft.com/office/powerpoint/2010/main" val="1288463762"/>
      </p:ext>
    </p:extLst>
  </p:cSld>
  <p:clrMapOvr>
    <a:masterClrMapping/>
  </p:clrMapOvr>
  <p:extLst>
    <p:ext uri="{DCECCB84-F9BA-43D5-87BE-67443E8EF086}">
      <p15:sldGuideLst xmlns:p15="http://schemas.microsoft.com/office/powerpoint/2012/main">
        <p15:guide id="2" pos="6805" userDrawn="1">
          <p15:clr>
            <a:srgbClr val="FBAE40"/>
          </p15:clr>
        </p15:guide>
        <p15:guide id="3" pos="3989" userDrawn="1">
          <p15:clr>
            <a:srgbClr val="FBAE40"/>
          </p15:clr>
        </p15:guide>
        <p15:guide id="4" pos="3705"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DE70B5-BA04-4DB3-853D-A1C05ADF828C}"/>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70440712-862D-4568-80A4-86117B896766}"/>
              </a:ext>
            </a:extLst>
          </p:cNvPr>
          <p:cNvSpPr>
            <a:spLocks noGrp="1"/>
          </p:cNvSpPr>
          <p:nvPr>
            <p:ph idx="1" hasCustomPrompt="1"/>
          </p:nvPr>
        </p:nvSpPr>
        <p:spPr>
          <a:xfrm>
            <a:off x="970139" y="2717600"/>
            <a:ext cx="10251722" cy="3175200"/>
          </a:xfrm>
        </p:spPr>
        <p:txBody>
          <a:bodyPr vert="horz" lIns="0" tIns="0" rIns="0" bIns="0" rtlCol="0">
            <a:noAutofit/>
          </a:bodyPr>
          <a:lstStyle>
            <a:lvl1pPr>
              <a:defRPr lang="en-US" b="0" dirty="0" smtClean="0">
                <a:solidFill>
                  <a:srgbClr val="203232"/>
                </a:solidFill>
              </a:defRPr>
            </a:lvl1pPr>
            <a:lvl2pPr>
              <a:defRPr lang="en-US" dirty="0" smtClean="0"/>
            </a:lvl2pPr>
            <a:lvl3pPr>
              <a:defRPr lang="en-GB" dirty="0"/>
            </a:lvl3pPr>
            <a:lvl5pPr>
              <a:defRPr>
                <a:solidFill>
                  <a:schemeClr val="accent4"/>
                </a:solidFill>
              </a:defRPr>
            </a:lvl5pPr>
          </a:lstStyle>
          <a:p>
            <a:pPr lvl="0"/>
            <a:r>
              <a:rPr lang="en-GB"/>
              <a:t>Add Text</a:t>
            </a:r>
          </a:p>
        </p:txBody>
      </p:sp>
      <p:sp>
        <p:nvSpPr>
          <p:cNvPr id="5" name="Footer Placeholder 4">
            <a:extLst>
              <a:ext uri="{FF2B5EF4-FFF2-40B4-BE49-F238E27FC236}">
                <a16:creationId xmlns:a16="http://schemas.microsoft.com/office/drawing/2014/main" id="{962B6D5D-0892-4B4E-86D9-894852B1242C}"/>
              </a:ext>
            </a:extLst>
          </p:cNvPr>
          <p:cNvSpPr>
            <a:spLocks noGrp="1"/>
          </p:cNvSpPr>
          <p:nvPr>
            <p:ph type="ftr" sz="quarter" idx="11"/>
          </p:nvPr>
        </p:nvSpPr>
        <p:spPr/>
        <p:txBody>
          <a:bodyPr/>
          <a:lstStyle/>
          <a:p>
            <a:r>
              <a:rPr lang="en-GB"/>
              <a:t>PRESENTATION TITLE (ADD VIA INSERT, HEADER &amp; FOOTER)</a:t>
            </a:r>
          </a:p>
        </p:txBody>
      </p:sp>
      <p:sp>
        <p:nvSpPr>
          <p:cNvPr id="6" name="Slide Number Placeholder 5">
            <a:extLst>
              <a:ext uri="{FF2B5EF4-FFF2-40B4-BE49-F238E27FC236}">
                <a16:creationId xmlns:a16="http://schemas.microsoft.com/office/drawing/2014/main" id="{3B7428FC-C061-4730-9EA5-A52A00413991}"/>
              </a:ext>
            </a:extLst>
          </p:cNvPr>
          <p:cNvSpPr>
            <a:spLocks noGrp="1"/>
          </p:cNvSpPr>
          <p:nvPr>
            <p:ph type="sldNum" sz="quarter" idx="12"/>
          </p:nvPr>
        </p:nvSpPr>
        <p:spPr/>
        <p:txBody>
          <a:bodyPr/>
          <a:lstStyle/>
          <a:p>
            <a:fld id="{E4D355CA-84B7-41B1-B164-8BB439CC7C6B}" type="slidenum">
              <a:rPr lang="en-GB" smtClean="0"/>
              <a:pPr/>
              <a:t>‹#›</a:t>
            </a:fld>
            <a:endParaRPr lang="en-GB"/>
          </a:p>
        </p:txBody>
      </p:sp>
      <p:sp>
        <p:nvSpPr>
          <p:cNvPr id="7" name="Rectangle 6">
            <a:extLst>
              <a:ext uri="{FF2B5EF4-FFF2-40B4-BE49-F238E27FC236}">
                <a16:creationId xmlns:a16="http://schemas.microsoft.com/office/drawing/2014/main" id="{850AA271-B0BA-42CD-A544-17AAB1FA2EEA}"/>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2213221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Title and Content Lar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DE70B5-BA04-4DB3-853D-A1C05ADF828C}"/>
              </a:ext>
            </a:extLst>
          </p:cNvPr>
          <p:cNvSpPr>
            <a:spLocks noGrp="1"/>
          </p:cNvSpPr>
          <p:nvPr>
            <p:ph type="title" hasCustomPrompt="1"/>
          </p:nvPr>
        </p:nvSpPr>
        <p:spPr>
          <a:xfrm>
            <a:off x="954000" y="775255"/>
            <a:ext cx="7361569" cy="365125"/>
          </a:xfrm>
        </p:spPr>
        <p:txBody>
          <a:bodyPr/>
          <a:lstStyle/>
          <a:p>
            <a:r>
              <a:rPr lang="en-US"/>
              <a:t>Click to add title.</a:t>
            </a:r>
            <a:endParaRPr lang="en-GB"/>
          </a:p>
        </p:txBody>
      </p:sp>
      <p:sp>
        <p:nvSpPr>
          <p:cNvPr id="3" name="Content Placeholder 2">
            <a:extLst>
              <a:ext uri="{FF2B5EF4-FFF2-40B4-BE49-F238E27FC236}">
                <a16:creationId xmlns:a16="http://schemas.microsoft.com/office/drawing/2014/main" id="{70440712-862D-4568-80A4-86117B896766}"/>
              </a:ext>
            </a:extLst>
          </p:cNvPr>
          <p:cNvSpPr>
            <a:spLocks noGrp="1"/>
          </p:cNvSpPr>
          <p:nvPr>
            <p:ph idx="1" hasCustomPrompt="1"/>
          </p:nvPr>
        </p:nvSpPr>
        <p:spPr>
          <a:xfrm>
            <a:off x="970139" y="1367692"/>
            <a:ext cx="10251722" cy="4923693"/>
          </a:xfrm>
        </p:spPr>
        <p:txBody>
          <a:bodyPr vert="horz" lIns="0" tIns="0" rIns="0" bIns="0" rtlCol="0">
            <a:noAutofit/>
          </a:bodyPr>
          <a:lstStyle>
            <a:lvl1pPr>
              <a:defRPr lang="en-US" b="0" dirty="0" smtClean="0">
                <a:solidFill>
                  <a:srgbClr val="203232"/>
                </a:solidFill>
              </a:defRPr>
            </a:lvl1pPr>
            <a:lvl2pPr>
              <a:defRPr lang="en-US" dirty="0" smtClean="0"/>
            </a:lvl2pPr>
            <a:lvl3pPr>
              <a:defRPr lang="en-GB" dirty="0"/>
            </a:lvl3pPr>
            <a:lvl5pPr>
              <a:defRPr>
                <a:solidFill>
                  <a:schemeClr val="accent4"/>
                </a:solidFill>
              </a:defRPr>
            </a:lvl5pPr>
          </a:lstStyle>
          <a:p>
            <a:pPr lvl="0"/>
            <a:r>
              <a:rPr lang="en-GB"/>
              <a:t>Add Text</a:t>
            </a:r>
          </a:p>
        </p:txBody>
      </p:sp>
      <p:sp>
        <p:nvSpPr>
          <p:cNvPr id="6" name="Slide Number Placeholder 5">
            <a:extLst>
              <a:ext uri="{FF2B5EF4-FFF2-40B4-BE49-F238E27FC236}">
                <a16:creationId xmlns:a16="http://schemas.microsoft.com/office/drawing/2014/main" id="{3B7428FC-C061-4730-9EA5-A52A00413991}"/>
              </a:ext>
            </a:extLst>
          </p:cNvPr>
          <p:cNvSpPr>
            <a:spLocks noGrp="1"/>
          </p:cNvSpPr>
          <p:nvPr>
            <p:ph type="sldNum" sz="quarter" idx="12"/>
          </p:nvPr>
        </p:nvSpPr>
        <p:spPr/>
        <p:txBody>
          <a:bodyPr/>
          <a:lstStyle/>
          <a:p>
            <a:fld id="{E4D355CA-84B7-41B1-B164-8BB439CC7C6B}" type="slidenum">
              <a:rPr lang="en-GB" smtClean="0"/>
              <a:pPr/>
              <a:t>‹#›</a:t>
            </a:fld>
            <a:endParaRPr lang="en-GB"/>
          </a:p>
        </p:txBody>
      </p:sp>
      <p:sp>
        <p:nvSpPr>
          <p:cNvPr id="7" name="Rectangle 6">
            <a:extLst>
              <a:ext uri="{FF2B5EF4-FFF2-40B4-BE49-F238E27FC236}">
                <a16:creationId xmlns:a16="http://schemas.microsoft.com/office/drawing/2014/main" id="{850AA271-B0BA-42CD-A544-17AAB1FA2EEA}"/>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0557305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Content Large blue">
    <p:bg>
      <p:bgPr>
        <a:solidFill>
          <a:schemeClr val="accent1"/>
        </a:solidFill>
        <a:effectLst/>
      </p:bgPr>
    </p:bg>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3B7428FC-C061-4730-9EA5-A52A00413991}"/>
              </a:ext>
            </a:extLst>
          </p:cNvPr>
          <p:cNvSpPr>
            <a:spLocks noGrp="1"/>
          </p:cNvSpPr>
          <p:nvPr>
            <p:ph type="sldNum" sz="quarter" idx="12"/>
          </p:nvPr>
        </p:nvSpPr>
        <p:spPr/>
        <p:txBody>
          <a:bodyPr/>
          <a:lstStyle>
            <a:lvl1pPr>
              <a:defRPr>
                <a:solidFill>
                  <a:schemeClr val="bg1"/>
                </a:solidFill>
              </a:defRPr>
            </a:lvl1pPr>
          </a:lstStyle>
          <a:p>
            <a:fld id="{E4D355CA-84B7-41B1-B164-8BB439CC7C6B}" type="slidenum">
              <a:rPr lang="en-GB" smtClean="0"/>
              <a:pPr/>
              <a:t>‹#›</a:t>
            </a:fld>
            <a:endParaRPr lang="en-GB"/>
          </a:p>
        </p:txBody>
      </p:sp>
      <p:sp>
        <p:nvSpPr>
          <p:cNvPr id="8" name="Content Placeholder 2">
            <a:extLst>
              <a:ext uri="{FF2B5EF4-FFF2-40B4-BE49-F238E27FC236}">
                <a16:creationId xmlns:a16="http://schemas.microsoft.com/office/drawing/2014/main" id="{B09D4C03-E8B1-644E-949B-F7AF91181833}"/>
              </a:ext>
            </a:extLst>
          </p:cNvPr>
          <p:cNvSpPr>
            <a:spLocks noGrp="1"/>
          </p:cNvSpPr>
          <p:nvPr>
            <p:ph idx="1" hasCustomPrompt="1"/>
          </p:nvPr>
        </p:nvSpPr>
        <p:spPr>
          <a:xfrm>
            <a:off x="970139" y="1367692"/>
            <a:ext cx="10251722" cy="4923693"/>
          </a:xfrm>
        </p:spPr>
        <p:txBody>
          <a:bodyPr vert="horz" lIns="0" tIns="0" rIns="0" bIns="0" rtlCol="0">
            <a:noAutofit/>
          </a:bodyPr>
          <a:lstStyle>
            <a:lvl1pPr>
              <a:defRPr lang="en-US" b="0" dirty="0" smtClean="0">
                <a:solidFill>
                  <a:schemeClr val="bg1"/>
                </a:solidFill>
              </a:defRPr>
            </a:lvl1pPr>
            <a:lvl2pPr>
              <a:defRPr lang="en-US" dirty="0" smtClean="0">
                <a:solidFill>
                  <a:schemeClr val="bg1"/>
                </a:solidFill>
              </a:defRPr>
            </a:lvl2pPr>
            <a:lvl3pPr>
              <a:defRPr lang="en-GB" dirty="0">
                <a:solidFill>
                  <a:schemeClr val="bg1"/>
                </a:solidFill>
              </a:defRPr>
            </a:lvl3pPr>
            <a:lvl4pPr>
              <a:defRPr>
                <a:solidFill>
                  <a:schemeClr val="bg1"/>
                </a:solidFill>
              </a:defRPr>
            </a:lvl4pPr>
            <a:lvl5pPr>
              <a:defRPr>
                <a:solidFill>
                  <a:schemeClr val="bg1"/>
                </a:solidFill>
              </a:defRPr>
            </a:lvl5pPr>
          </a:lstStyle>
          <a:p>
            <a:pPr lvl="0"/>
            <a:r>
              <a:rPr lang="en-US"/>
              <a:t>Add Text</a:t>
            </a:r>
            <a:endParaRPr lang="en-GB"/>
          </a:p>
        </p:txBody>
      </p:sp>
      <p:sp>
        <p:nvSpPr>
          <p:cNvPr id="5" name="Title 1">
            <a:extLst>
              <a:ext uri="{FF2B5EF4-FFF2-40B4-BE49-F238E27FC236}">
                <a16:creationId xmlns:a16="http://schemas.microsoft.com/office/drawing/2014/main" id="{02EDA17D-AAE6-954F-93C6-90B8D7B80BD1}"/>
              </a:ext>
            </a:extLst>
          </p:cNvPr>
          <p:cNvSpPr>
            <a:spLocks noGrp="1"/>
          </p:cNvSpPr>
          <p:nvPr>
            <p:ph type="title" hasCustomPrompt="1"/>
          </p:nvPr>
        </p:nvSpPr>
        <p:spPr>
          <a:xfrm>
            <a:off x="954000" y="775255"/>
            <a:ext cx="7361569" cy="365125"/>
          </a:xfrm>
        </p:spPr>
        <p:txBody>
          <a:bodyPr/>
          <a:lstStyle>
            <a:lvl1pPr>
              <a:defRPr>
                <a:solidFill>
                  <a:schemeClr val="bg1"/>
                </a:solidFill>
              </a:defRPr>
            </a:lvl1pPr>
          </a:lstStyle>
          <a:p>
            <a:r>
              <a:rPr lang="en-US"/>
              <a:t>Click to add title.</a:t>
            </a:r>
            <a:endParaRPr lang="en-GB"/>
          </a:p>
        </p:txBody>
      </p:sp>
    </p:spTree>
    <p:extLst>
      <p:ext uri="{BB962C8B-B14F-4D97-AF65-F5344CB8AC3E}">
        <p14:creationId xmlns:p14="http://schemas.microsoft.com/office/powerpoint/2010/main" val="18406209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 Image + Conten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AFE49-0143-472F-897B-A7DAB87AB4E4}"/>
              </a:ext>
            </a:extLst>
          </p:cNvPr>
          <p:cNvSpPr>
            <a:spLocks noGrp="1"/>
          </p:cNvSpPr>
          <p:nvPr>
            <p:ph type="title"/>
          </p:nvPr>
        </p:nvSpPr>
        <p:spPr/>
        <p:txBody>
          <a:bodyPr/>
          <a:lstStyle/>
          <a:p>
            <a:r>
              <a:rPr lang="en-US"/>
              <a:t>Click to edit Master title style</a:t>
            </a:r>
            <a:endParaRPr lang="en-GB"/>
          </a:p>
        </p:txBody>
      </p:sp>
      <p:sp>
        <p:nvSpPr>
          <p:cNvPr id="4" name="Content Placeholder 3">
            <a:extLst>
              <a:ext uri="{FF2B5EF4-FFF2-40B4-BE49-F238E27FC236}">
                <a16:creationId xmlns:a16="http://schemas.microsoft.com/office/drawing/2014/main" id="{46F0C709-1F3D-4B13-A290-4041A33FB10E}"/>
              </a:ext>
            </a:extLst>
          </p:cNvPr>
          <p:cNvSpPr>
            <a:spLocks noGrp="1"/>
          </p:cNvSpPr>
          <p:nvPr>
            <p:ph sz="half" idx="2" hasCustomPrompt="1"/>
          </p:nvPr>
        </p:nvSpPr>
        <p:spPr>
          <a:xfrm>
            <a:off x="7835952" y="2728800"/>
            <a:ext cx="2959200" cy="3164000"/>
          </a:xfrm>
        </p:spPr>
        <p:txBody>
          <a:bodyPr vert="horz" lIns="0" tIns="0" rIns="0" bIns="0" rtlCol="0">
            <a:noAutofit/>
          </a:bodyPr>
          <a:lstStyle>
            <a:lvl1pPr>
              <a:defRPr lang="en-US" b="0" dirty="0" smtClean="0">
                <a:solidFill>
                  <a:srgbClr val="203232"/>
                </a:solidFill>
              </a:defRPr>
            </a:lvl1pPr>
            <a:lvl2pPr>
              <a:defRPr lang="en-US" dirty="0" smtClean="0"/>
            </a:lvl2pPr>
            <a:lvl3pPr>
              <a:defRPr lang="en-US" dirty="0" smtClean="0"/>
            </a:lvl3pPr>
            <a:lvl4pPr>
              <a:defRPr lang="en-GB" spc="-100" baseline="0" dirty="0"/>
            </a:lvl4pPr>
            <a:lvl5pPr>
              <a:defRPr spc="-100" baseline="0">
                <a:solidFill>
                  <a:schemeClr val="accent4"/>
                </a:solidFill>
              </a:defRPr>
            </a:lvl5pPr>
          </a:lstStyle>
          <a:p>
            <a:pPr lvl="0"/>
            <a:r>
              <a:rPr lang="en-GB" b="0"/>
              <a:t>Add Text</a:t>
            </a:r>
            <a:endParaRPr lang="en-GB"/>
          </a:p>
        </p:txBody>
      </p:sp>
      <p:sp>
        <p:nvSpPr>
          <p:cNvPr id="6" name="Footer Placeholder 5">
            <a:extLst>
              <a:ext uri="{FF2B5EF4-FFF2-40B4-BE49-F238E27FC236}">
                <a16:creationId xmlns:a16="http://schemas.microsoft.com/office/drawing/2014/main" id="{60A8C9C5-E913-47B9-82DE-196768E6D657}"/>
              </a:ext>
            </a:extLst>
          </p:cNvPr>
          <p:cNvSpPr>
            <a:spLocks noGrp="1"/>
          </p:cNvSpPr>
          <p:nvPr>
            <p:ph type="ftr" sz="quarter" idx="11"/>
          </p:nvPr>
        </p:nvSpPr>
        <p:spPr/>
        <p:txBody>
          <a:bodyPr/>
          <a:lstStyle/>
          <a:p>
            <a:r>
              <a:rPr lang="en-GB"/>
              <a:t>PRESENTATION TITLE (ADD VIA INSERT, HEADER &amp; FOOTER)</a:t>
            </a:r>
          </a:p>
        </p:txBody>
      </p:sp>
      <p:sp>
        <p:nvSpPr>
          <p:cNvPr id="7" name="Slide Number Placeholder 6">
            <a:extLst>
              <a:ext uri="{FF2B5EF4-FFF2-40B4-BE49-F238E27FC236}">
                <a16:creationId xmlns:a16="http://schemas.microsoft.com/office/drawing/2014/main" id="{E1558F66-ECA3-4B00-A383-8D2B86217C93}"/>
              </a:ext>
            </a:extLst>
          </p:cNvPr>
          <p:cNvSpPr>
            <a:spLocks noGrp="1"/>
          </p:cNvSpPr>
          <p:nvPr>
            <p:ph type="sldNum" sz="quarter" idx="12"/>
          </p:nvPr>
        </p:nvSpPr>
        <p:spPr/>
        <p:txBody>
          <a:bodyPr/>
          <a:lstStyle/>
          <a:p>
            <a:fld id="{E4D355CA-84B7-41B1-B164-8BB439CC7C6B}" type="slidenum">
              <a:rPr lang="en-GB" smtClean="0"/>
              <a:pPr/>
              <a:t>‹#›</a:t>
            </a:fld>
            <a:endParaRPr lang="en-GB"/>
          </a:p>
        </p:txBody>
      </p:sp>
      <p:sp>
        <p:nvSpPr>
          <p:cNvPr id="10" name="Picture Placeholder 9">
            <a:extLst>
              <a:ext uri="{FF2B5EF4-FFF2-40B4-BE49-F238E27FC236}">
                <a16:creationId xmlns:a16="http://schemas.microsoft.com/office/drawing/2014/main" id="{874043F1-6F14-49BD-83CA-12B559ABC101}"/>
              </a:ext>
            </a:extLst>
          </p:cNvPr>
          <p:cNvSpPr>
            <a:spLocks noGrp="1"/>
          </p:cNvSpPr>
          <p:nvPr>
            <p:ph type="pic" sz="quarter" idx="13"/>
          </p:nvPr>
        </p:nvSpPr>
        <p:spPr>
          <a:xfrm>
            <a:off x="954088" y="2728913"/>
            <a:ext cx="6400800" cy="4129087"/>
          </a:xfrm>
        </p:spPr>
        <p:txBody>
          <a:bodyPr/>
          <a:lstStyle/>
          <a:p>
            <a:endParaRPr lang="en-GB"/>
          </a:p>
        </p:txBody>
      </p:sp>
      <p:sp>
        <p:nvSpPr>
          <p:cNvPr id="11" name="Rectangle 10">
            <a:extLst>
              <a:ext uri="{FF2B5EF4-FFF2-40B4-BE49-F238E27FC236}">
                <a16:creationId xmlns:a16="http://schemas.microsoft.com/office/drawing/2014/main" id="{4B51C537-0174-43E5-8B81-C80AF1D06831}"/>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5341137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 Content + 2 Image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AFE49-0143-472F-897B-A7DAB87AB4E4}"/>
              </a:ext>
            </a:extLst>
          </p:cNvPr>
          <p:cNvSpPr>
            <a:spLocks noGrp="1"/>
          </p:cNvSpPr>
          <p:nvPr>
            <p:ph type="title"/>
          </p:nvPr>
        </p:nvSpPr>
        <p:spPr/>
        <p:txBody>
          <a:bodyPr/>
          <a:lstStyle/>
          <a:p>
            <a:r>
              <a:rPr lang="en-US"/>
              <a:t>Click to edit Master title style</a:t>
            </a:r>
            <a:endParaRPr lang="en-GB"/>
          </a:p>
        </p:txBody>
      </p:sp>
      <p:sp>
        <p:nvSpPr>
          <p:cNvPr id="6" name="Footer Placeholder 5">
            <a:extLst>
              <a:ext uri="{FF2B5EF4-FFF2-40B4-BE49-F238E27FC236}">
                <a16:creationId xmlns:a16="http://schemas.microsoft.com/office/drawing/2014/main" id="{60A8C9C5-E913-47B9-82DE-196768E6D657}"/>
              </a:ext>
            </a:extLst>
          </p:cNvPr>
          <p:cNvSpPr>
            <a:spLocks noGrp="1"/>
          </p:cNvSpPr>
          <p:nvPr>
            <p:ph type="ftr" sz="quarter" idx="11"/>
          </p:nvPr>
        </p:nvSpPr>
        <p:spPr/>
        <p:txBody>
          <a:bodyPr/>
          <a:lstStyle/>
          <a:p>
            <a:r>
              <a:rPr lang="en-GB"/>
              <a:t>PRESENTATION TITLE (ADD VIA INSERT, HEADER &amp; FOOTER)</a:t>
            </a:r>
          </a:p>
        </p:txBody>
      </p:sp>
      <p:sp>
        <p:nvSpPr>
          <p:cNvPr id="7" name="Slide Number Placeholder 6">
            <a:extLst>
              <a:ext uri="{FF2B5EF4-FFF2-40B4-BE49-F238E27FC236}">
                <a16:creationId xmlns:a16="http://schemas.microsoft.com/office/drawing/2014/main" id="{E1558F66-ECA3-4B00-A383-8D2B86217C93}"/>
              </a:ext>
            </a:extLst>
          </p:cNvPr>
          <p:cNvSpPr>
            <a:spLocks noGrp="1"/>
          </p:cNvSpPr>
          <p:nvPr>
            <p:ph type="sldNum" sz="quarter" idx="12"/>
          </p:nvPr>
        </p:nvSpPr>
        <p:spPr/>
        <p:txBody>
          <a:bodyPr/>
          <a:lstStyle/>
          <a:p>
            <a:fld id="{E4D355CA-84B7-41B1-B164-8BB439CC7C6B}" type="slidenum">
              <a:rPr lang="en-GB" smtClean="0"/>
              <a:pPr/>
              <a:t>‹#›</a:t>
            </a:fld>
            <a:endParaRPr lang="en-GB"/>
          </a:p>
        </p:txBody>
      </p:sp>
      <p:sp>
        <p:nvSpPr>
          <p:cNvPr id="8" name="Rectangle 7">
            <a:extLst>
              <a:ext uri="{FF2B5EF4-FFF2-40B4-BE49-F238E27FC236}">
                <a16:creationId xmlns:a16="http://schemas.microsoft.com/office/drawing/2014/main" id="{039FCF96-B7D6-4CCD-A4AE-46A67249D3BD}"/>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Content Placeholder 9">
            <a:extLst>
              <a:ext uri="{FF2B5EF4-FFF2-40B4-BE49-F238E27FC236}">
                <a16:creationId xmlns:a16="http://schemas.microsoft.com/office/drawing/2014/main" id="{741F3B7A-B2BF-40FC-8EB2-F1C37D316488}"/>
              </a:ext>
            </a:extLst>
          </p:cNvPr>
          <p:cNvSpPr>
            <a:spLocks noGrp="1"/>
          </p:cNvSpPr>
          <p:nvPr>
            <p:ph sz="quarter" idx="13" hasCustomPrompt="1"/>
          </p:nvPr>
        </p:nvSpPr>
        <p:spPr>
          <a:xfrm>
            <a:off x="953999" y="2728800"/>
            <a:ext cx="2959199" cy="3164000"/>
          </a:xfrm>
        </p:spPr>
        <p:txBody>
          <a:bodyPr vert="horz" lIns="0" tIns="0" rIns="0" bIns="0" rtlCol="0">
            <a:noAutofit/>
          </a:bodyPr>
          <a:lstStyle>
            <a:lvl1pPr>
              <a:defRPr lang="en-US" b="0" dirty="0" smtClean="0">
                <a:solidFill>
                  <a:srgbClr val="203232"/>
                </a:solidFill>
              </a:defRPr>
            </a:lvl1pPr>
            <a:lvl2pPr>
              <a:defRPr lang="en-US" dirty="0" smtClean="0"/>
            </a:lvl2pPr>
            <a:lvl3pPr>
              <a:defRPr lang="en-US" dirty="0" smtClean="0"/>
            </a:lvl3pPr>
            <a:lvl4pPr>
              <a:defRPr lang="en-US" dirty="0" smtClean="0"/>
            </a:lvl4pPr>
            <a:lvl5pPr>
              <a:defRPr lang="en-GB" dirty="0">
                <a:solidFill>
                  <a:schemeClr val="accent4"/>
                </a:solidFill>
              </a:defRPr>
            </a:lvl5pPr>
          </a:lstStyle>
          <a:p>
            <a:pPr lvl="0"/>
            <a:r>
              <a:rPr lang="en-GB" b="0"/>
              <a:t>Add Text</a:t>
            </a:r>
            <a:endParaRPr lang="en-GB"/>
          </a:p>
        </p:txBody>
      </p:sp>
      <p:sp>
        <p:nvSpPr>
          <p:cNvPr id="9" name="Content Placeholder 9">
            <a:extLst>
              <a:ext uri="{FF2B5EF4-FFF2-40B4-BE49-F238E27FC236}">
                <a16:creationId xmlns:a16="http://schemas.microsoft.com/office/drawing/2014/main" id="{75B7A667-B99F-7A41-AAC3-ED24B9B1D92E}"/>
              </a:ext>
            </a:extLst>
          </p:cNvPr>
          <p:cNvSpPr>
            <a:spLocks noGrp="1"/>
          </p:cNvSpPr>
          <p:nvPr>
            <p:ph sz="quarter" idx="14" hasCustomPrompt="1"/>
          </p:nvPr>
        </p:nvSpPr>
        <p:spPr>
          <a:xfrm>
            <a:off x="8278804" y="2728800"/>
            <a:ext cx="2959199" cy="3164000"/>
          </a:xfrm>
        </p:spPr>
        <p:txBody>
          <a:bodyPr vert="horz" lIns="0" tIns="0" rIns="0" bIns="0" rtlCol="0">
            <a:noAutofit/>
          </a:bodyPr>
          <a:lstStyle>
            <a:lvl1pPr>
              <a:defRPr lang="en-US" b="0" dirty="0" smtClean="0">
                <a:solidFill>
                  <a:srgbClr val="203232"/>
                </a:solidFill>
              </a:defRPr>
            </a:lvl1pPr>
            <a:lvl2pPr>
              <a:defRPr lang="en-US" dirty="0" smtClean="0"/>
            </a:lvl2pPr>
            <a:lvl3pPr>
              <a:defRPr lang="en-US" dirty="0" smtClean="0"/>
            </a:lvl3pPr>
            <a:lvl4pPr>
              <a:defRPr lang="en-US" dirty="0" smtClean="0"/>
            </a:lvl4pPr>
            <a:lvl5pPr>
              <a:defRPr lang="en-GB" dirty="0">
                <a:solidFill>
                  <a:schemeClr val="accent4"/>
                </a:solidFill>
              </a:defRPr>
            </a:lvl5pPr>
          </a:lstStyle>
          <a:p>
            <a:pPr lvl="0"/>
            <a:r>
              <a:rPr lang="en-GB" b="0"/>
              <a:t>Add Text</a:t>
            </a:r>
            <a:endParaRPr lang="en-GB"/>
          </a:p>
        </p:txBody>
      </p:sp>
      <p:sp>
        <p:nvSpPr>
          <p:cNvPr id="11" name="Content Placeholder 9">
            <a:extLst>
              <a:ext uri="{FF2B5EF4-FFF2-40B4-BE49-F238E27FC236}">
                <a16:creationId xmlns:a16="http://schemas.microsoft.com/office/drawing/2014/main" id="{93C1FF47-695D-B348-AF37-1ADF5736FA9E}"/>
              </a:ext>
            </a:extLst>
          </p:cNvPr>
          <p:cNvSpPr>
            <a:spLocks noGrp="1"/>
          </p:cNvSpPr>
          <p:nvPr>
            <p:ph sz="quarter" idx="15" hasCustomPrompt="1"/>
          </p:nvPr>
        </p:nvSpPr>
        <p:spPr>
          <a:xfrm>
            <a:off x="4613975" y="2728800"/>
            <a:ext cx="2959199" cy="3164000"/>
          </a:xfrm>
        </p:spPr>
        <p:txBody>
          <a:bodyPr vert="horz" lIns="0" tIns="0" rIns="0" bIns="0" rtlCol="0">
            <a:noAutofit/>
          </a:bodyPr>
          <a:lstStyle>
            <a:lvl1pPr>
              <a:defRPr lang="en-US" b="0" dirty="0" smtClean="0">
                <a:solidFill>
                  <a:srgbClr val="203232"/>
                </a:solidFill>
              </a:defRPr>
            </a:lvl1pPr>
            <a:lvl2pPr>
              <a:defRPr lang="en-US" dirty="0" smtClean="0"/>
            </a:lvl2pPr>
            <a:lvl3pPr>
              <a:defRPr lang="en-US" dirty="0" smtClean="0"/>
            </a:lvl3pPr>
            <a:lvl4pPr>
              <a:defRPr lang="en-US" dirty="0" smtClean="0"/>
            </a:lvl4pPr>
            <a:lvl5pPr>
              <a:defRPr lang="en-GB" dirty="0">
                <a:solidFill>
                  <a:schemeClr val="accent4"/>
                </a:solidFill>
              </a:defRPr>
            </a:lvl5pPr>
          </a:lstStyle>
          <a:p>
            <a:pPr lvl="0"/>
            <a:r>
              <a:rPr lang="en-GB" b="0"/>
              <a:t>Add Text</a:t>
            </a:r>
            <a:endParaRPr lang="en-GB"/>
          </a:p>
        </p:txBody>
      </p:sp>
    </p:spTree>
    <p:extLst>
      <p:ext uri="{BB962C8B-B14F-4D97-AF65-F5344CB8AC3E}">
        <p14:creationId xmlns:p14="http://schemas.microsoft.com/office/powerpoint/2010/main" val="8960471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Full Bleed Image">
    <p:bg>
      <p:bgPr>
        <a:solidFill>
          <a:schemeClr val="accent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A307C322-846C-9045-AD91-A93C82FC5AAF}"/>
              </a:ext>
            </a:extLst>
          </p:cNvPr>
          <p:cNvSpPr>
            <a:spLocks noGrp="1"/>
          </p:cNvSpPr>
          <p:nvPr>
            <p:ph type="pic" sz="quarter" idx="10" hasCustomPrompt="1"/>
          </p:nvPr>
        </p:nvSpPr>
        <p:spPr>
          <a:xfrm>
            <a:off x="0" y="0"/>
            <a:ext cx="12192000" cy="6858000"/>
          </a:xfrm>
        </p:spPr>
        <p:txBody>
          <a:bodyPr/>
          <a:lstStyle>
            <a:lvl1pPr>
              <a:defRPr>
                <a:solidFill>
                  <a:schemeClr val="bg1"/>
                </a:solidFill>
              </a:defRPr>
            </a:lvl1pPr>
          </a:lstStyle>
          <a:p>
            <a:r>
              <a:rPr lang="en-US"/>
              <a:t>Picture</a:t>
            </a:r>
          </a:p>
        </p:txBody>
      </p:sp>
    </p:spTree>
    <p:extLst>
      <p:ext uri="{BB962C8B-B14F-4D97-AF65-F5344CB8AC3E}">
        <p14:creationId xmlns:p14="http://schemas.microsoft.com/office/powerpoint/2010/main" val="29203521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Video">
    <p:bg>
      <p:bgPr>
        <a:solidFill>
          <a:schemeClr val="accent1"/>
        </a:solidFill>
        <a:effectLst/>
      </p:bgPr>
    </p:bg>
    <p:spTree>
      <p:nvGrpSpPr>
        <p:cNvPr id="1" name=""/>
        <p:cNvGrpSpPr/>
        <p:nvPr/>
      </p:nvGrpSpPr>
      <p:grpSpPr>
        <a:xfrm>
          <a:off x="0" y="0"/>
          <a:ext cx="0" cy="0"/>
          <a:chOff x="0" y="0"/>
          <a:chExt cx="0" cy="0"/>
        </a:xfrm>
      </p:grpSpPr>
      <p:sp>
        <p:nvSpPr>
          <p:cNvPr id="9" name="Media Placeholder 8">
            <a:extLst>
              <a:ext uri="{FF2B5EF4-FFF2-40B4-BE49-F238E27FC236}">
                <a16:creationId xmlns:a16="http://schemas.microsoft.com/office/drawing/2014/main" id="{9ABCF9A5-761F-434B-BBB5-D788CB1E79D8}"/>
              </a:ext>
            </a:extLst>
          </p:cNvPr>
          <p:cNvSpPr>
            <a:spLocks noGrp="1"/>
          </p:cNvSpPr>
          <p:nvPr>
            <p:ph type="media" sz="quarter" idx="10"/>
          </p:nvPr>
        </p:nvSpPr>
        <p:spPr>
          <a:xfrm>
            <a:off x="140400" y="140400"/>
            <a:ext cx="11916000" cy="6580800"/>
          </a:xfrm>
          <a:solidFill>
            <a:schemeClr val="bg1"/>
          </a:solidFill>
        </p:spPr>
        <p:txBody>
          <a:bodyPr/>
          <a:lstStyle/>
          <a:p>
            <a:endParaRPr lang="en-GB"/>
          </a:p>
        </p:txBody>
      </p:sp>
    </p:spTree>
    <p:extLst>
      <p:ext uri="{BB962C8B-B14F-4D97-AF65-F5344CB8AC3E}">
        <p14:creationId xmlns:p14="http://schemas.microsoft.com/office/powerpoint/2010/main" val="320280982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Icons and text">
    <p:bg>
      <p:bgPr>
        <a:solidFill>
          <a:schemeClr val="bg1"/>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962B6D5D-0892-4B4E-86D9-894852B1242C}"/>
              </a:ext>
            </a:extLst>
          </p:cNvPr>
          <p:cNvSpPr>
            <a:spLocks noGrp="1"/>
          </p:cNvSpPr>
          <p:nvPr>
            <p:ph type="ftr" sz="quarter" idx="11"/>
          </p:nvPr>
        </p:nvSpPr>
        <p:spPr/>
        <p:txBody>
          <a:bodyPr/>
          <a:lstStyle/>
          <a:p>
            <a:r>
              <a:rPr lang="en-GB"/>
              <a:t>PRESENTATION TITLE (ADD VIA INSERT, HEADER &amp; FOOTER)</a:t>
            </a:r>
          </a:p>
        </p:txBody>
      </p:sp>
      <p:sp>
        <p:nvSpPr>
          <p:cNvPr id="6" name="Slide Number Placeholder 5">
            <a:extLst>
              <a:ext uri="{FF2B5EF4-FFF2-40B4-BE49-F238E27FC236}">
                <a16:creationId xmlns:a16="http://schemas.microsoft.com/office/drawing/2014/main" id="{3B7428FC-C061-4730-9EA5-A52A00413991}"/>
              </a:ext>
            </a:extLst>
          </p:cNvPr>
          <p:cNvSpPr>
            <a:spLocks noGrp="1"/>
          </p:cNvSpPr>
          <p:nvPr>
            <p:ph type="sldNum" sz="quarter" idx="12"/>
          </p:nvPr>
        </p:nvSpPr>
        <p:spPr/>
        <p:txBody>
          <a:bodyPr/>
          <a:lstStyle/>
          <a:p>
            <a:fld id="{E4D355CA-84B7-41B1-B164-8BB439CC7C6B}" type="slidenum">
              <a:rPr lang="en-GB" smtClean="0"/>
              <a:pPr/>
              <a:t>‹#›</a:t>
            </a:fld>
            <a:endParaRPr lang="en-GB"/>
          </a:p>
        </p:txBody>
      </p:sp>
      <p:sp>
        <p:nvSpPr>
          <p:cNvPr id="7" name="Rectangle 6">
            <a:extLst>
              <a:ext uri="{FF2B5EF4-FFF2-40B4-BE49-F238E27FC236}">
                <a16:creationId xmlns:a16="http://schemas.microsoft.com/office/drawing/2014/main" id="{850AA271-B0BA-42CD-A544-17AAB1FA2EEA}"/>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Content Placeholder 2">
            <a:extLst>
              <a:ext uri="{FF2B5EF4-FFF2-40B4-BE49-F238E27FC236}">
                <a16:creationId xmlns:a16="http://schemas.microsoft.com/office/drawing/2014/main" id="{699880E3-4DE3-A642-9738-DF49DDCC9AC5}"/>
              </a:ext>
            </a:extLst>
          </p:cNvPr>
          <p:cNvSpPr>
            <a:spLocks noGrp="1"/>
          </p:cNvSpPr>
          <p:nvPr>
            <p:ph idx="18" hasCustomPrompt="1"/>
          </p:nvPr>
        </p:nvSpPr>
        <p:spPr>
          <a:xfrm>
            <a:off x="970139" y="4079342"/>
            <a:ext cx="3144661" cy="2252134"/>
          </a:xfrm>
        </p:spPr>
        <p:txBody>
          <a:bodyPr vert="horz" lIns="0" tIns="0" rIns="0" bIns="0" rtlCol="0">
            <a:noAutofit/>
          </a:bodyPr>
          <a:lstStyle>
            <a:lvl1pPr>
              <a:defRPr lang="en-US" b="0" dirty="0" smtClean="0">
                <a:solidFill>
                  <a:srgbClr val="203232"/>
                </a:solidFill>
              </a:defRPr>
            </a:lvl1pPr>
            <a:lvl2pPr>
              <a:defRPr lang="en-US" dirty="0" smtClean="0"/>
            </a:lvl2pPr>
            <a:lvl3pPr>
              <a:defRPr lang="en-GB" dirty="0"/>
            </a:lvl3pPr>
            <a:lvl5pPr>
              <a:defRPr>
                <a:solidFill>
                  <a:schemeClr val="accent4"/>
                </a:solidFill>
              </a:defRPr>
            </a:lvl5pPr>
          </a:lstStyle>
          <a:p>
            <a:pPr lvl="0"/>
            <a:r>
              <a:rPr lang="en-GB"/>
              <a:t>Add Text</a:t>
            </a:r>
          </a:p>
        </p:txBody>
      </p:sp>
      <p:sp>
        <p:nvSpPr>
          <p:cNvPr id="17" name="Content Placeholder 2">
            <a:extLst>
              <a:ext uri="{FF2B5EF4-FFF2-40B4-BE49-F238E27FC236}">
                <a16:creationId xmlns:a16="http://schemas.microsoft.com/office/drawing/2014/main" id="{CF37D495-D835-8E4B-A177-5E12F893DDCA}"/>
              </a:ext>
            </a:extLst>
          </p:cNvPr>
          <p:cNvSpPr>
            <a:spLocks noGrp="1"/>
          </p:cNvSpPr>
          <p:nvPr>
            <p:ph idx="19" hasCustomPrompt="1"/>
          </p:nvPr>
        </p:nvSpPr>
        <p:spPr>
          <a:xfrm>
            <a:off x="8077200" y="4062209"/>
            <a:ext cx="3144661" cy="2252134"/>
          </a:xfrm>
        </p:spPr>
        <p:txBody>
          <a:bodyPr vert="horz" lIns="0" tIns="0" rIns="0" bIns="0" rtlCol="0">
            <a:noAutofit/>
          </a:bodyPr>
          <a:lstStyle>
            <a:lvl1pPr marL="0" marR="0" indent="0" algn="l" defTabSz="914400" rtl="0" eaLnBrk="1" fontAlgn="auto" latinLnBrk="0" hangingPunct="1">
              <a:lnSpc>
                <a:spcPts val="2880"/>
              </a:lnSpc>
              <a:spcBef>
                <a:spcPts val="0"/>
              </a:spcBef>
              <a:spcAft>
                <a:spcPts val="992"/>
              </a:spcAft>
              <a:buClrTx/>
              <a:buSzTx/>
              <a:buFont typeface="Arial" panose="020B0604020202020204" pitchFamily="34" charset="0"/>
              <a:buNone/>
              <a:tabLst/>
              <a:defRPr lang="en-US" b="0">
                <a:solidFill>
                  <a:srgbClr val="203232"/>
                </a:solidFill>
              </a:defRPr>
            </a:lvl1pPr>
            <a:lvl2pPr>
              <a:defRPr lang="en-US" dirty="0" smtClean="0"/>
            </a:lvl2pPr>
            <a:lvl3pPr>
              <a:defRPr lang="en-GB" dirty="0"/>
            </a:lvl3pPr>
            <a:lvl5pPr>
              <a:defRPr>
                <a:solidFill>
                  <a:schemeClr val="accent4"/>
                </a:solidFill>
              </a:defRPr>
            </a:lvl5pPr>
          </a:lstStyle>
          <a:p>
            <a:pPr marL="0" marR="0" lvl="0" indent="0" algn="l" defTabSz="914400" rtl="0" eaLnBrk="1" fontAlgn="auto" latinLnBrk="0" hangingPunct="1">
              <a:lnSpc>
                <a:spcPts val="2880"/>
              </a:lnSpc>
              <a:spcBef>
                <a:spcPts val="0"/>
              </a:spcBef>
              <a:spcAft>
                <a:spcPts val="992"/>
              </a:spcAft>
              <a:buClrTx/>
              <a:buSzTx/>
              <a:buFont typeface="Arial" panose="020B0604020202020204" pitchFamily="34" charset="0"/>
              <a:buNone/>
              <a:tabLst/>
              <a:defRPr/>
            </a:pPr>
            <a:r>
              <a:rPr lang="en-GB"/>
              <a:t>Add </a:t>
            </a:r>
            <a:r>
              <a:rPr lang="en-US"/>
              <a:t>Text</a:t>
            </a:r>
            <a:endParaRPr lang="en-GB"/>
          </a:p>
        </p:txBody>
      </p:sp>
      <p:sp>
        <p:nvSpPr>
          <p:cNvPr id="18" name="Content Placeholder 2">
            <a:extLst>
              <a:ext uri="{FF2B5EF4-FFF2-40B4-BE49-F238E27FC236}">
                <a16:creationId xmlns:a16="http://schemas.microsoft.com/office/drawing/2014/main" id="{A6804C7E-983C-9246-90C0-AF8A0CE2CA84}"/>
              </a:ext>
            </a:extLst>
          </p:cNvPr>
          <p:cNvSpPr>
            <a:spLocks noGrp="1"/>
          </p:cNvSpPr>
          <p:nvPr>
            <p:ph idx="20" hasCustomPrompt="1"/>
          </p:nvPr>
        </p:nvSpPr>
        <p:spPr>
          <a:xfrm>
            <a:off x="4523669" y="4062209"/>
            <a:ext cx="3144661" cy="2252134"/>
          </a:xfrm>
        </p:spPr>
        <p:txBody>
          <a:bodyPr vert="horz" lIns="0" tIns="0" rIns="0" bIns="0" rtlCol="0">
            <a:noAutofit/>
          </a:bodyPr>
          <a:lstStyle>
            <a:lvl1pPr marL="0" marR="0" indent="0" algn="l" defTabSz="914400" rtl="0" eaLnBrk="1" fontAlgn="auto" latinLnBrk="0" hangingPunct="1">
              <a:lnSpc>
                <a:spcPts val="2880"/>
              </a:lnSpc>
              <a:spcBef>
                <a:spcPts val="0"/>
              </a:spcBef>
              <a:spcAft>
                <a:spcPts val="992"/>
              </a:spcAft>
              <a:buClrTx/>
              <a:buSzTx/>
              <a:buFont typeface="Arial" panose="020B0604020202020204" pitchFamily="34" charset="0"/>
              <a:buNone/>
              <a:tabLst/>
              <a:defRPr lang="en-US" b="0">
                <a:solidFill>
                  <a:srgbClr val="203232"/>
                </a:solidFill>
              </a:defRPr>
            </a:lvl1pPr>
            <a:lvl2pPr>
              <a:defRPr lang="en-US" dirty="0" smtClean="0"/>
            </a:lvl2pPr>
            <a:lvl3pPr>
              <a:defRPr lang="en-GB" dirty="0"/>
            </a:lvl3pPr>
            <a:lvl5pPr>
              <a:defRPr>
                <a:solidFill>
                  <a:schemeClr val="accent4"/>
                </a:solidFill>
              </a:defRPr>
            </a:lvl5pPr>
          </a:lstStyle>
          <a:p>
            <a:pPr marL="0" marR="0" lvl="0" indent="0" algn="l" defTabSz="914400" rtl="0" eaLnBrk="1" fontAlgn="auto" latinLnBrk="0" hangingPunct="1">
              <a:lnSpc>
                <a:spcPts val="2880"/>
              </a:lnSpc>
              <a:spcBef>
                <a:spcPts val="0"/>
              </a:spcBef>
              <a:spcAft>
                <a:spcPts val="992"/>
              </a:spcAft>
              <a:buClrTx/>
              <a:buSzTx/>
              <a:buFont typeface="Arial" panose="020B0604020202020204" pitchFamily="34" charset="0"/>
              <a:buNone/>
              <a:tabLst/>
              <a:defRPr/>
            </a:pPr>
            <a:r>
              <a:rPr lang="en-GB"/>
              <a:t>Add </a:t>
            </a:r>
            <a:r>
              <a:rPr lang="en-US"/>
              <a:t>Text</a:t>
            </a:r>
          </a:p>
        </p:txBody>
      </p:sp>
      <p:sp>
        <p:nvSpPr>
          <p:cNvPr id="8" name="Picture Placeholder 7">
            <a:extLst>
              <a:ext uri="{FF2B5EF4-FFF2-40B4-BE49-F238E27FC236}">
                <a16:creationId xmlns:a16="http://schemas.microsoft.com/office/drawing/2014/main" id="{84410427-8F1D-7541-9C05-AFDD3531678D}"/>
              </a:ext>
            </a:extLst>
          </p:cNvPr>
          <p:cNvSpPr>
            <a:spLocks noGrp="1"/>
          </p:cNvSpPr>
          <p:nvPr>
            <p:ph type="pic" sz="quarter" idx="23"/>
          </p:nvPr>
        </p:nvSpPr>
        <p:spPr>
          <a:xfrm>
            <a:off x="1462175" y="1640942"/>
            <a:ext cx="2160587" cy="2160588"/>
          </a:xfrm>
        </p:spPr>
        <p:txBody>
          <a:bodyPr/>
          <a:lstStyle/>
          <a:p>
            <a:endParaRPr lang="en-US"/>
          </a:p>
        </p:txBody>
      </p:sp>
      <p:sp>
        <p:nvSpPr>
          <p:cNvPr id="20" name="Picture Placeholder 7">
            <a:extLst>
              <a:ext uri="{FF2B5EF4-FFF2-40B4-BE49-F238E27FC236}">
                <a16:creationId xmlns:a16="http://schemas.microsoft.com/office/drawing/2014/main" id="{8B7D5964-7A97-5742-8717-CCB747F84A08}"/>
              </a:ext>
            </a:extLst>
          </p:cNvPr>
          <p:cNvSpPr>
            <a:spLocks noGrp="1"/>
          </p:cNvSpPr>
          <p:nvPr>
            <p:ph type="pic" sz="quarter" idx="24"/>
          </p:nvPr>
        </p:nvSpPr>
        <p:spPr>
          <a:xfrm>
            <a:off x="5015705" y="1640942"/>
            <a:ext cx="2160587" cy="2160588"/>
          </a:xfrm>
        </p:spPr>
        <p:txBody>
          <a:bodyPr/>
          <a:lstStyle/>
          <a:p>
            <a:endParaRPr lang="en-US"/>
          </a:p>
        </p:txBody>
      </p:sp>
      <p:sp>
        <p:nvSpPr>
          <p:cNvPr id="21" name="Picture Placeholder 7">
            <a:extLst>
              <a:ext uri="{FF2B5EF4-FFF2-40B4-BE49-F238E27FC236}">
                <a16:creationId xmlns:a16="http://schemas.microsoft.com/office/drawing/2014/main" id="{344933FE-A401-A841-9AC3-B75285AA32D2}"/>
              </a:ext>
            </a:extLst>
          </p:cNvPr>
          <p:cNvSpPr>
            <a:spLocks noGrp="1"/>
          </p:cNvSpPr>
          <p:nvPr>
            <p:ph type="pic" sz="quarter" idx="25"/>
          </p:nvPr>
        </p:nvSpPr>
        <p:spPr>
          <a:xfrm>
            <a:off x="8569236" y="1640942"/>
            <a:ext cx="2160587" cy="2160588"/>
          </a:xfrm>
        </p:spPr>
        <p:txBody>
          <a:bodyPr/>
          <a:lstStyle/>
          <a:p>
            <a:endParaRPr lang="en-US"/>
          </a:p>
        </p:txBody>
      </p:sp>
    </p:spTree>
    <p:extLst>
      <p:ext uri="{BB962C8B-B14F-4D97-AF65-F5344CB8AC3E}">
        <p14:creationId xmlns:p14="http://schemas.microsoft.com/office/powerpoint/2010/main" val="361163166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End page">
    <p:bg>
      <p:bgPr>
        <a:solidFill>
          <a:schemeClr val="accent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EE2CE188-32E7-4242-9E44-E8055FC030CC}"/>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954002" y="5511600"/>
            <a:ext cx="2242795" cy="397958"/>
          </a:xfrm>
          <a:prstGeom prst="rect">
            <a:avLst/>
          </a:prstGeom>
        </p:spPr>
      </p:pic>
      <p:sp>
        <p:nvSpPr>
          <p:cNvPr id="2" name="Title 1">
            <a:extLst>
              <a:ext uri="{FF2B5EF4-FFF2-40B4-BE49-F238E27FC236}">
                <a16:creationId xmlns:a16="http://schemas.microsoft.com/office/drawing/2014/main" id="{7381B53D-9933-445F-9B68-E730EB38A5A9}"/>
              </a:ext>
            </a:extLst>
          </p:cNvPr>
          <p:cNvSpPr>
            <a:spLocks noGrp="1"/>
          </p:cNvSpPr>
          <p:nvPr>
            <p:ph type="ctrTitle"/>
          </p:nvPr>
        </p:nvSpPr>
        <p:spPr>
          <a:xfrm>
            <a:off x="926844" y="1964352"/>
            <a:ext cx="11828559" cy="1051570"/>
          </a:xfrm>
        </p:spPr>
        <p:txBody>
          <a:bodyPr vert="horz" wrap="none" lIns="0" tIns="0" rIns="0" bIns="0" rtlCol="0" anchor="t" anchorCtr="0">
            <a:noAutofit/>
          </a:bodyPr>
          <a:lstStyle>
            <a:lvl1pPr>
              <a:lnSpc>
                <a:spcPct val="100000"/>
              </a:lnSpc>
              <a:defRPr lang="en-GB" sz="7386" spc="-300" baseline="0" dirty="0">
                <a:solidFill>
                  <a:schemeClr val="bg1"/>
                </a:solidFill>
              </a:defRPr>
            </a:lvl1pPr>
          </a:lstStyle>
          <a:p>
            <a:pPr lvl="0">
              <a:lnSpc>
                <a:spcPts val="8186"/>
              </a:lnSpc>
            </a:pPr>
            <a:r>
              <a:rPr lang="en-US"/>
              <a:t>Click to edit Master title style</a:t>
            </a:r>
            <a:endParaRPr lang="en-GB"/>
          </a:p>
        </p:txBody>
      </p:sp>
      <p:sp>
        <p:nvSpPr>
          <p:cNvPr id="5" name="Footer Placeholder 4">
            <a:extLst>
              <a:ext uri="{FF2B5EF4-FFF2-40B4-BE49-F238E27FC236}">
                <a16:creationId xmlns:a16="http://schemas.microsoft.com/office/drawing/2014/main" id="{CA2BE80A-BFEC-E24A-B510-73A571F1F04F}"/>
              </a:ext>
            </a:extLst>
          </p:cNvPr>
          <p:cNvSpPr>
            <a:spLocks noGrp="1"/>
          </p:cNvSpPr>
          <p:nvPr>
            <p:ph type="ftr" sz="quarter" idx="11"/>
          </p:nvPr>
        </p:nvSpPr>
        <p:spPr>
          <a:xfrm>
            <a:off x="965289" y="779733"/>
            <a:ext cx="7176911" cy="230832"/>
          </a:xfrm>
        </p:spPr>
        <p:txBody>
          <a:bodyPr>
            <a:noAutofit/>
          </a:bodyPr>
          <a:lstStyle>
            <a:lvl1pPr>
              <a:defRPr>
                <a:solidFill>
                  <a:schemeClr val="bg1"/>
                </a:solidFill>
              </a:defRPr>
            </a:lvl1pPr>
          </a:lstStyle>
          <a:p>
            <a:r>
              <a:rPr lang="en-GB"/>
              <a:t>PRESENTATION TITLE (ADD VIA INSERT, HEADER &amp; FOOTER)</a:t>
            </a:r>
            <a:endParaRPr lang="en-GB">
              <a:solidFill>
                <a:schemeClr val="bg1"/>
              </a:solidFill>
            </a:endParaRPr>
          </a:p>
        </p:txBody>
      </p:sp>
      <p:sp>
        <p:nvSpPr>
          <p:cNvPr id="6" name="Slide Number Placeholder 5">
            <a:extLst>
              <a:ext uri="{FF2B5EF4-FFF2-40B4-BE49-F238E27FC236}">
                <a16:creationId xmlns:a16="http://schemas.microsoft.com/office/drawing/2014/main" id="{8E5B25B4-144A-5B4A-8EAD-2022412DF2F1}"/>
              </a:ext>
            </a:extLst>
          </p:cNvPr>
          <p:cNvSpPr>
            <a:spLocks noGrp="1"/>
          </p:cNvSpPr>
          <p:nvPr>
            <p:ph type="sldNum" sz="quarter" idx="12"/>
          </p:nvPr>
        </p:nvSpPr>
        <p:spPr>
          <a:xfrm>
            <a:off x="10616400" y="779733"/>
            <a:ext cx="622800" cy="230832"/>
          </a:xfrm>
        </p:spPr>
        <p:txBody>
          <a:bodyPr wrap="square">
            <a:noAutofit/>
          </a:bodyPr>
          <a:lstStyle>
            <a:lvl1pPr>
              <a:defRPr>
                <a:solidFill>
                  <a:schemeClr val="bg1"/>
                </a:solidFill>
              </a:defRPr>
            </a:lvl1pPr>
          </a:lstStyle>
          <a:p>
            <a:fld id="{E4D355CA-84B7-41B1-B164-8BB439CC7C6B}" type="slidenum">
              <a:rPr lang="en-GB" smtClean="0"/>
              <a:pPr/>
              <a:t>‹#›</a:t>
            </a:fld>
            <a:endParaRPr lang="en-GB"/>
          </a:p>
        </p:txBody>
      </p:sp>
    </p:spTree>
    <p:extLst>
      <p:ext uri="{BB962C8B-B14F-4D97-AF65-F5344CB8AC3E}">
        <p14:creationId xmlns:p14="http://schemas.microsoft.com/office/powerpoint/2010/main" val="8621701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B1A62CF-E2B4-496D-829D-DCE37260977D}"/>
              </a:ext>
            </a:extLst>
          </p:cNvPr>
          <p:cNvSpPr>
            <a:spLocks noGrp="1"/>
          </p:cNvSpPr>
          <p:nvPr>
            <p:ph type="title"/>
          </p:nvPr>
        </p:nvSpPr>
        <p:spPr>
          <a:xfrm>
            <a:off x="954000" y="1890000"/>
            <a:ext cx="10279150" cy="365125"/>
          </a:xfrm>
          <a:prstGeom prst="rect">
            <a:avLst/>
          </a:prstGeom>
        </p:spPr>
        <p:txBody>
          <a:bodyPr vert="horz" lIns="0" tIns="0" rIns="0" bIns="0" rtlCol="0" anchor="t" anchorCtr="0">
            <a:no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DFD84EF4-0E07-4BF3-A4AB-3E8632AA79AD}"/>
              </a:ext>
            </a:extLst>
          </p:cNvPr>
          <p:cNvSpPr>
            <a:spLocks noGrp="1"/>
          </p:cNvSpPr>
          <p:nvPr>
            <p:ph type="body" idx="1"/>
          </p:nvPr>
        </p:nvSpPr>
        <p:spPr>
          <a:xfrm>
            <a:off x="970139" y="2717600"/>
            <a:ext cx="10279150" cy="3175200"/>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GB"/>
              <a:t>Fourth level</a:t>
            </a:r>
          </a:p>
          <a:p>
            <a:pPr lvl="4"/>
            <a:r>
              <a:rPr lang="en-GB" b="1"/>
              <a:t>Fifth level</a:t>
            </a:r>
            <a:endParaRPr lang="en-GB"/>
          </a:p>
        </p:txBody>
      </p:sp>
      <p:sp>
        <p:nvSpPr>
          <p:cNvPr id="5" name="Footer Placeholder 4">
            <a:extLst>
              <a:ext uri="{FF2B5EF4-FFF2-40B4-BE49-F238E27FC236}">
                <a16:creationId xmlns:a16="http://schemas.microsoft.com/office/drawing/2014/main" id="{3B527A5D-B761-4C2F-97E6-5D8254424B8B}"/>
              </a:ext>
            </a:extLst>
          </p:cNvPr>
          <p:cNvSpPr>
            <a:spLocks noGrp="1"/>
          </p:cNvSpPr>
          <p:nvPr>
            <p:ph type="ftr" sz="quarter" idx="3"/>
          </p:nvPr>
        </p:nvSpPr>
        <p:spPr>
          <a:xfrm>
            <a:off x="970139" y="775255"/>
            <a:ext cx="7176911" cy="230832"/>
          </a:xfrm>
          <a:prstGeom prst="rect">
            <a:avLst/>
          </a:prstGeom>
        </p:spPr>
        <p:txBody>
          <a:bodyPr vert="horz" lIns="0" tIns="0" rIns="0" bIns="0" rtlCol="0" anchor="t" anchorCtr="0">
            <a:spAutoFit/>
          </a:bodyPr>
          <a:lstStyle>
            <a:lvl1pPr algn="l">
              <a:defRPr sz="1500">
                <a:solidFill>
                  <a:schemeClr val="tx1">
                    <a:tint val="75000"/>
                  </a:schemeClr>
                </a:solidFill>
              </a:defRPr>
            </a:lvl1pPr>
          </a:lstStyle>
          <a:p>
            <a:r>
              <a:rPr lang="en-GB"/>
              <a:t>PRESENTATION TITLE (ADD VIA INSERT, HEADER &amp; FOOTER)</a:t>
            </a:r>
          </a:p>
        </p:txBody>
      </p:sp>
      <p:sp>
        <p:nvSpPr>
          <p:cNvPr id="6" name="Slide Number Placeholder 5">
            <a:extLst>
              <a:ext uri="{FF2B5EF4-FFF2-40B4-BE49-F238E27FC236}">
                <a16:creationId xmlns:a16="http://schemas.microsoft.com/office/drawing/2014/main" id="{9CD661B1-4E4B-4F85-ACA3-C34023D70282}"/>
              </a:ext>
            </a:extLst>
          </p:cNvPr>
          <p:cNvSpPr>
            <a:spLocks noGrp="1"/>
          </p:cNvSpPr>
          <p:nvPr>
            <p:ph type="sldNum" sz="quarter" idx="4"/>
          </p:nvPr>
        </p:nvSpPr>
        <p:spPr>
          <a:xfrm>
            <a:off x="9821333" y="783355"/>
            <a:ext cx="1400528" cy="230832"/>
          </a:xfrm>
          <a:prstGeom prst="rect">
            <a:avLst/>
          </a:prstGeom>
        </p:spPr>
        <p:txBody>
          <a:bodyPr vert="horz" wrap="square" lIns="0" tIns="0" rIns="0" bIns="0" rtlCol="0" anchor="t" anchorCtr="0">
            <a:spAutoFit/>
          </a:bodyPr>
          <a:lstStyle>
            <a:lvl1pPr algn="r">
              <a:defRPr sz="1500" b="1">
                <a:solidFill>
                  <a:schemeClr val="tx1">
                    <a:tint val="75000"/>
                  </a:schemeClr>
                </a:solidFill>
              </a:defRPr>
            </a:lvl1pPr>
          </a:lstStyle>
          <a:p>
            <a:fld id="{E4D355CA-84B7-41B1-B164-8BB439CC7C6B}" type="slidenum">
              <a:rPr lang="en-GB" smtClean="0"/>
              <a:pPr/>
              <a:t>‹#›</a:t>
            </a:fld>
            <a:endParaRPr lang="en-GB"/>
          </a:p>
        </p:txBody>
      </p:sp>
    </p:spTree>
    <p:extLst>
      <p:ext uri="{BB962C8B-B14F-4D97-AF65-F5344CB8AC3E}">
        <p14:creationId xmlns:p14="http://schemas.microsoft.com/office/powerpoint/2010/main" val="1619008365"/>
      </p:ext>
    </p:extLst>
  </p:cSld>
  <p:clrMap bg1="lt1" tx1="dk1" bg2="lt2" tx2="dk2" accent1="accent1" accent2="accent2" accent3="accent3" accent4="accent4" accent5="accent5" accent6="accent6" hlink="hlink" folHlink="folHlink"/>
  <p:sldLayoutIdLst>
    <p:sldLayoutId id="2147483675" r:id="rId1"/>
    <p:sldLayoutId id="2147483663" r:id="rId2"/>
    <p:sldLayoutId id="2147483677" r:id="rId3"/>
    <p:sldLayoutId id="2147483652" r:id="rId4"/>
    <p:sldLayoutId id="2147483682" r:id="rId5"/>
    <p:sldLayoutId id="2147483721" r:id="rId6"/>
    <p:sldLayoutId id="2147483722" r:id="rId7"/>
    <p:sldLayoutId id="2147483684" r:id="rId8"/>
    <p:sldLayoutId id="2147483685" r:id="rId9"/>
    <p:sldLayoutId id="2147483686" r:id="rId10"/>
    <p:sldLayoutId id="2147483723" r:id="rId11"/>
    <p:sldLayoutId id="2147483706" r:id="rId12"/>
    <p:sldLayoutId id="2147483697" r:id="rId13"/>
  </p:sldLayoutIdLst>
  <p:hf hdr="0" dt="0"/>
  <p:txStyles>
    <p:titleStyle>
      <a:lvl1pPr algn="l" defTabSz="914400" rtl="0" eaLnBrk="1" latinLnBrk="0" hangingPunct="1">
        <a:lnSpc>
          <a:spcPts val="3600"/>
        </a:lnSpc>
        <a:spcBef>
          <a:spcPct val="0"/>
        </a:spcBef>
        <a:buNone/>
        <a:defRPr sz="3600" b="1" kern="2000" spc="-100" baseline="0">
          <a:solidFill>
            <a:srgbClr val="203232"/>
          </a:solidFill>
          <a:latin typeface="+mj-lt"/>
          <a:ea typeface="+mj-ea"/>
          <a:cs typeface="+mj-cs"/>
        </a:defRPr>
      </a:lvl1pPr>
    </p:titleStyle>
    <p:bodyStyle>
      <a:lvl1pPr marL="0" indent="0" algn="l" defTabSz="914400" rtl="0" eaLnBrk="1" latinLnBrk="0" hangingPunct="1">
        <a:lnSpc>
          <a:spcPts val="2880"/>
        </a:lnSpc>
        <a:spcBef>
          <a:spcPts val="0"/>
        </a:spcBef>
        <a:spcAft>
          <a:spcPts val="992"/>
        </a:spcAft>
        <a:buFont typeface="Arial" panose="020B0604020202020204" pitchFamily="34" charset="0"/>
        <a:buNone/>
        <a:defRPr sz="2400" b="1" kern="2000" spc="-100" baseline="0">
          <a:solidFill>
            <a:srgbClr val="203232"/>
          </a:solidFill>
          <a:latin typeface="+mn-lt"/>
          <a:ea typeface="+mn-ea"/>
          <a:cs typeface="+mn-cs"/>
        </a:defRPr>
      </a:lvl1pPr>
      <a:lvl2pPr marL="0" indent="0" algn="l" defTabSz="914400" rtl="0" eaLnBrk="1" latinLnBrk="0" hangingPunct="1">
        <a:lnSpc>
          <a:spcPts val="2880"/>
        </a:lnSpc>
        <a:spcBef>
          <a:spcPts val="0"/>
        </a:spcBef>
        <a:spcAft>
          <a:spcPts val="992"/>
        </a:spcAft>
        <a:buFont typeface="Arial" panose="020B0604020202020204" pitchFamily="34" charset="0"/>
        <a:buNone/>
        <a:defRPr sz="2400" kern="2000" spc="-100" baseline="0">
          <a:solidFill>
            <a:srgbClr val="203232"/>
          </a:solidFill>
          <a:latin typeface="+mn-lt"/>
          <a:ea typeface="+mn-ea"/>
          <a:cs typeface="+mn-cs"/>
        </a:defRPr>
      </a:lvl2pPr>
      <a:lvl3pPr marL="216000" indent="-216000" algn="l" defTabSz="914400" rtl="0" eaLnBrk="1" latinLnBrk="0" hangingPunct="1">
        <a:lnSpc>
          <a:spcPts val="2880"/>
        </a:lnSpc>
        <a:spcBef>
          <a:spcPts val="0"/>
        </a:spcBef>
        <a:spcAft>
          <a:spcPts val="992"/>
        </a:spcAft>
        <a:buFont typeface="Arial" panose="020B0604020202020204" pitchFamily="34" charset="0"/>
        <a:buChar char="■"/>
        <a:defRPr sz="2400" kern="2000" spc="-100" baseline="0">
          <a:solidFill>
            <a:srgbClr val="203232"/>
          </a:solidFill>
          <a:latin typeface="+mn-lt"/>
          <a:ea typeface="+mn-ea"/>
          <a:cs typeface="+mn-cs"/>
        </a:defRPr>
      </a:lvl3pPr>
      <a:lvl4pPr marL="0" indent="0" algn="l" defTabSz="914400" rtl="0" eaLnBrk="1" latinLnBrk="0" hangingPunct="1">
        <a:lnSpc>
          <a:spcPts val="2160"/>
        </a:lnSpc>
        <a:spcBef>
          <a:spcPts val="0"/>
        </a:spcBef>
        <a:buFont typeface="Arial" panose="020B0604020202020204" pitchFamily="34" charset="0"/>
        <a:buNone/>
        <a:defRPr sz="1800" kern="1200">
          <a:solidFill>
            <a:srgbClr val="203232"/>
          </a:solidFill>
          <a:latin typeface="+mn-lt"/>
          <a:ea typeface="+mn-ea"/>
          <a:cs typeface="+mn-cs"/>
        </a:defRPr>
      </a:lvl4pPr>
      <a:lvl5pPr marL="0" indent="0" algn="l" defTabSz="914400" rtl="0" eaLnBrk="1" latinLnBrk="0" hangingPunct="1">
        <a:lnSpc>
          <a:spcPts val="2160"/>
        </a:lnSpc>
        <a:spcBef>
          <a:spcPts val="0"/>
        </a:spcBef>
        <a:buFont typeface="Arial" panose="020B0604020202020204" pitchFamily="34" charset="0"/>
        <a:buNone/>
        <a:defRPr sz="1800" b="1" kern="1200">
          <a:solidFill>
            <a:srgbClr val="20323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840" userDrawn="1">
          <p15:clr>
            <a:srgbClr val="F26B43"/>
          </p15:clr>
        </p15:guide>
        <p15:guide id="4" pos="604" userDrawn="1">
          <p15:clr>
            <a:srgbClr val="F26B43"/>
          </p15:clr>
        </p15:guide>
        <p15:guide id="5" pos="7076" userDrawn="1">
          <p15:clr>
            <a:srgbClr val="F26B43"/>
          </p15:clr>
        </p15:guide>
        <p15:guide id="6" orient="horz" pos="2160" userDrawn="1">
          <p15:clr>
            <a:srgbClr val="F26B43"/>
          </p15:clr>
        </p15:guide>
        <p15:guide id="7" orient="horz" userDrawn="1">
          <p15:clr>
            <a:srgbClr val="F26B43"/>
          </p15:clr>
        </p15:guide>
        <p15:guide id="8" orient="horz" pos="604" userDrawn="1">
          <p15:clr>
            <a:srgbClr val="F26B43"/>
          </p15:clr>
        </p15:guide>
        <p15:guide id="10" orient="horz" pos="3712" userDrawn="1">
          <p15:clr>
            <a:srgbClr val="F26B43"/>
          </p15:clr>
        </p15:guide>
        <p15:guide id="11" orient="horz" pos="118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40AEE4-CC66-FE42-B0C3-2CC7AFD37D1C}"/>
              </a:ext>
            </a:extLst>
          </p:cNvPr>
          <p:cNvSpPr>
            <a:spLocks noGrp="1"/>
          </p:cNvSpPr>
          <p:nvPr>
            <p:ph type="ctrTitle"/>
          </p:nvPr>
        </p:nvSpPr>
        <p:spPr/>
        <p:txBody>
          <a:bodyPr>
            <a:normAutofit fontScale="90000"/>
          </a:bodyPr>
          <a:lstStyle/>
          <a:p>
            <a:pPr algn="ctr"/>
            <a:r>
              <a:rPr lang="en-US" dirty="0"/>
              <a:t>Research Question – </a:t>
            </a:r>
            <a:br>
              <a:rPr lang="en-US" dirty="0"/>
            </a:br>
            <a:r>
              <a:rPr lang="en-US" sz="4000" dirty="0"/>
              <a:t>Tutorial Presentation for Feedback</a:t>
            </a:r>
            <a:br>
              <a:rPr lang="en-US" sz="4000" dirty="0"/>
            </a:br>
            <a:r>
              <a:rPr lang="en-US" sz="4000" dirty="0"/>
              <a:t>                                                                                  </a:t>
            </a:r>
            <a:r>
              <a:rPr lang="en-US" sz="2200" dirty="0"/>
              <a:t>Date:  11/12/2025</a:t>
            </a:r>
            <a:br>
              <a:rPr lang="en-US" sz="8000" dirty="0"/>
            </a:br>
            <a:endParaRPr lang="en-US" dirty="0"/>
          </a:p>
        </p:txBody>
      </p:sp>
      <p:sp>
        <p:nvSpPr>
          <p:cNvPr id="3" name="Subtitle 2">
            <a:extLst>
              <a:ext uri="{FF2B5EF4-FFF2-40B4-BE49-F238E27FC236}">
                <a16:creationId xmlns:a16="http://schemas.microsoft.com/office/drawing/2014/main" id="{8275DA97-5166-7F4B-BC83-F50AC8BEDCD7}"/>
              </a:ext>
            </a:extLst>
          </p:cNvPr>
          <p:cNvSpPr>
            <a:spLocks noGrp="1"/>
          </p:cNvSpPr>
          <p:nvPr>
            <p:ph type="subTitle" idx="1"/>
          </p:nvPr>
        </p:nvSpPr>
        <p:spPr>
          <a:xfrm>
            <a:off x="464695" y="1890000"/>
            <a:ext cx="10956161" cy="360000"/>
          </a:xfrm>
        </p:spPr>
        <p:txBody>
          <a:bodyPr/>
          <a:lstStyle/>
          <a:p>
            <a:pPr algn="ctr"/>
            <a:r>
              <a:rPr lang="en-US" sz="2000" dirty="0"/>
              <a:t>Group Name:  Group B 165                            Name of Student Presenting: Muhammad Marsad</a:t>
            </a:r>
          </a:p>
        </p:txBody>
      </p:sp>
      <p:sp>
        <p:nvSpPr>
          <p:cNvPr id="4" name="Footer Placeholder 3">
            <a:extLst>
              <a:ext uri="{FF2B5EF4-FFF2-40B4-BE49-F238E27FC236}">
                <a16:creationId xmlns:a16="http://schemas.microsoft.com/office/drawing/2014/main" id="{6E7F4D14-5620-EC41-A86C-6CC3CFD691B4}"/>
              </a:ext>
            </a:extLst>
          </p:cNvPr>
          <p:cNvSpPr>
            <a:spLocks noGrp="1"/>
          </p:cNvSpPr>
          <p:nvPr>
            <p:ph type="ftr" sz="quarter" idx="11"/>
          </p:nvPr>
        </p:nvSpPr>
        <p:spPr>
          <a:xfrm>
            <a:off x="464695" y="274320"/>
            <a:ext cx="11212643" cy="360001"/>
          </a:xfrm>
        </p:spPr>
        <p:txBody>
          <a:bodyPr/>
          <a:lstStyle/>
          <a:p>
            <a:pPr algn="ctr"/>
            <a:r>
              <a:rPr lang="en-GB" dirty="0"/>
              <a:t>7COM1079-2025  Student Group No:  B 165                  Names of Student Attendees: Muhammad Marsad</a:t>
            </a:r>
          </a:p>
        </p:txBody>
      </p:sp>
    </p:spTree>
    <p:extLst>
      <p:ext uri="{BB962C8B-B14F-4D97-AF65-F5344CB8AC3E}">
        <p14:creationId xmlns:p14="http://schemas.microsoft.com/office/powerpoint/2010/main" val="41485325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8E3CD731-5ACF-B002-247D-243F6E2149EC}"/>
              </a:ext>
            </a:extLst>
          </p:cNvPr>
          <p:cNvSpPr>
            <a:spLocks noGrp="1"/>
          </p:cNvSpPr>
          <p:nvPr>
            <p:ph type="subTitle" idx="1"/>
          </p:nvPr>
        </p:nvSpPr>
        <p:spPr>
          <a:xfrm>
            <a:off x="349770" y="1411094"/>
            <a:ext cx="9753625" cy="230832"/>
          </a:xfrm>
        </p:spPr>
        <p:txBody>
          <a:bodyPr vert="horz" lIns="0" tIns="0" rIns="0" bIns="0" rtlCol="0" anchor="t">
            <a:noAutofit/>
          </a:bodyPr>
          <a:lstStyle/>
          <a:p>
            <a:pPr>
              <a:spcAft>
                <a:spcPts val="0"/>
              </a:spcAft>
            </a:pPr>
            <a:r>
              <a:rPr lang="en-US" dirty="0"/>
              <a:t>Dataset Summary</a:t>
            </a:r>
            <a:r>
              <a:rPr lang="en-GB" dirty="0">
                <a:solidFill>
                  <a:srgbClr val="203232"/>
                </a:solidFill>
                <a:cs typeface="Arial"/>
              </a:rPr>
              <a:t> </a:t>
            </a:r>
            <a:endParaRPr lang="en-GB" sz="1800" dirty="0">
              <a:solidFill>
                <a:srgbClr val="FF0000"/>
              </a:solidFill>
              <a:cs typeface="Arial"/>
            </a:endParaRPr>
          </a:p>
        </p:txBody>
      </p:sp>
      <p:sp>
        <p:nvSpPr>
          <p:cNvPr id="3" name="Footer Placeholder 2">
            <a:extLst>
              <a:ext uri="{FF2B5EF4-FFF2-40B4-BE49-F238E27FC236}">
                <a16:creationId xmlns:a16="http://schemas.microsoft.com/office/drawing/2014/main" id="{3C4D431B-7665-75B0-2D73-5BD588DCB766}"/>
              </a:ext>
            </a:extLst>
          </p:cNvPr>
          <p:cNvSpPr>
            <a:spLocks noGrp="1"/>
          </p:cNvSpPr>
          <p:nvPr>
            <p:ph type="ftr" sz="quarter" idx="11"/>
          </p:nvPr>
        </p:nvSpPr>
        <p:spPr/>
        <p:txBody>
          <a:bodyPr/>
          <a:lstStyle/>
          <a:p>
            <a:r>
              <a:rPr lang="en-GB" dirty="0"/>
              <a:t>PRE 7COM1079-2025  Student Group No: B 165 </a:t>
            </a:r>
          </a:p>
        </p:txBody>
      </p:sp>
      <p:sp>
        <p:nvSpPr>
          <p:cNvPr id="4" name="Slide Number Placeholder 3">
            <a:extLst>
              <a:ext uri="{FF2B5EF4-FFF2-40B4-BE49-F238E27FC236}">
                <a16:creationId xmlns:a16="http://schemas.microsoft.com/office/drawing/2014/main" id="{1625FA15-B17F-387B-E383-5505647ABB89}"/>
              </a:ext>
            </a:extLst>
          </p:cNvPr>
          <p:cNvSpPr>
            <a:spLocks noGrp="1"/>
          </p:cNvSpPr>
          <p:nvPr>
            <p:ph type="sldNum" sz="quarter" idx="12"/>
          </p:nvPr>
        </p:nvSpPr>
        <p:spPr>
          <a:xfrm>
            <a:off x="10616400" y="791022"/>
            <a:ext cx="622800" cy="230832"/>
          </a:xfrm>
        </p:spPr>
        <p:txBody>
          <a:bodyPr/>
          <a:lstStyle/>
          <a:p>
            <a:r>
              <a:rPr lang="en-US"/>
              <a:t>3</a:t>
            </a:r>
            <a:endParaRPr lang="en-GB"/>
          </a:p>
        </p:txBody>
      </p:sp>
      <p:sp>
        <p:nvSpPr>
          <p:cNvPr id="8" name="Title 7">
            <a:extLst>
              <a:ext uri="{FF2B5EF4-FFF2-40B4-BE49-F238E27FC236}">
                <a16:creationId xmlns:a16="http://schemas.microsoft.com/office/drawing/2014/main" id="{6E140EA5-BB03-811F-4631-603A97631914}"/>
              </a:ext>
            </a:extLst>
          </p:cNvPr>
          <p:cNvSpPr>
            <a:spLocks noGrp="1"/>
          </p:cNvSpPr>
          <p:nvPr>
            <p:ph type="ctrTitle"/>
          </p:nvPr>
        </p:nvSpPr>
        <p:spPr>
          <a:xfrm>
            <a:off x="349770" y="2031166"/>
            <a:ext cx="6290873" cy="3415740"/>
          </a:xfrm>
        </p:spPr>
        <p:txBody>
          <a:bodyPr>
            <a:normAutofit fontScale="90000"/>
          </a:bodyPr>
          <a:lstStyle/>
          <a:p>
            <a:pPr>
              <a:lnSpc>
                <a:spcPct val="150000"/>
              </a:lnSpc>
            </a:pPr>
            <a:r>
              <a:rPr lang="en-US" sz="2400" dirty="0"/>
              <a:t>Dataset ID: Mobius.csv (extracted from IoT Coins Dataset)</a:t>
            </a:r>
            <a:br>
              <a:rPr lang="en-US" sz="2400" dirty="0"/>
            </a:br>
            <a:r>
              <a:rPr lang="en-US" sz="2400" dirty="0"/>
              <a:t>Rows: 398</a:t>
            </a:r>
            <a:br>
              <a:rPr lang="en-US" sz="2400" dirty="0"/>
            </a:br>
            <a:r>
              <a:rPr lang="en-US" sz="2400" dirty="0"/>
              <a:t>Variables used:</a:t>
            </a:r>
            <a:br>
              <a:rPr lang="en-US" sz="2400" dirty="0"/>
            </a:br>
            <a:r>
              <a:rPr lang="en-US" sz="2400" dirty="0"/>
              <a:t>Independent Variable: Opening Price (interval)</a:t>
            </a:r>
            <a:br>
              <a:rPr lang="en-US" sz="2400" dirty="0"/>
            </a:br>
            <a:r>
              <a:rPr lang="en-US" sz="2400" dirty="0"/>
              <a:t>Dependent Variable: Closing Price (interval)</a:t>
            </a:r>
            <a:br>
              <a:rPr lang="en-US" sz="2400" dirty="0"/>
            </a:br>
            <a:br>
              <a:rPr lang="en-US" sz="1800" dirty="0">
                <a:solidFill>
                  <a:srgbClr val="FF0000"/>
                </a:solidFill>
              </a:rPr>
            </a:br>
            <a:br>
              <a:rPr lang="en-US" sz="1800" dirty="0">
                <a:solidFill>
                  <a:srgbClr val="FF0000"/>
                </a:solidFill>
              </a:rPr>
            </a:br>
            <a:br>
              <a:rPr lang="en-GB" sz="1800" dirty="0">
                <a:solidFill>
                  <a:srgbClr val="FF0000"/>
                </a:solidFill>
                <a:cs typeface="Arial"/>
              </a:rPr>
            </a:br>
            <a:br>
              <a:rPr lang="en-GB" sz="1800" dirty="0">
                <a:solidFill>
                  <a:srgbClr val="FF0000"/>
                </a:solidFill>
                <a:cs typeface="Arial"/>
              </a:rPr>
            </a:br>
            <a:endParaRPr lang="en-GB" sz="1800" dirty="0">
              <a:solidFill>
                <a:srgbClr val="FF0000"/>
              </a:solidFill>
              <a:cs typeface="Arial"/>
            </a:endParaRPr>
          </a:p>
          <a:p>
            <a:endParaRPr lang="en-US" sz="1800" dirty="0">
              <a:solidFill>
                <a:srgbClr val="FF0000"/>
              </a:solidFill>
              <a:cs typeface="Arial"/>
            </a:endParaRPr>
          </a:p>
        </p:txBody>
      </p:sp>
      <p:pic>
        <p:nvPicPr>
          <p:cNvPr id="7" name="Picture 6" descr="A screenshot of a computer&#10;&#10;AI-generated content may be incorrect.">
            <a:extLst>
              <a:ext uri="{FF2B5EF4-FFF2-40B4-BE49-F238E27FC236}">
                <a16:creationId xmlns:a16="http://schemas.microsoft.com/office/drawing/2014/main" id="{3D77D18D-287C-2F60-2C3D-82B58E1C9492}"/>
              </a:ext>
            </a:extLst>
          </p:cNvPr>
          <p:cNvPicPr>
            <a:picLocks noChangeAspect="1"/>
          </p:cNvPicPr>
          <p:nvPr/>
        </p:nvPicPr>
        <p:blipFill>
          <a:blip r:embed="rId3"/>
          <a:stretch>
            <a:fillRect/>
          </a:stretch>
        </p:blipFill>
        <p:spPr>
          <a:xfrm>
            <a:off x="5562994" y="2689450"/>
            <a:ext cx="6114354" cy="3377528"/>
          </a:xfrm>
          <a:prstGeom prst="rect">
            <a:avLst/>
          </a:prstGeom>
        </p:spPr>
      </p:pic>
    </p:spTree>
    <p:extLst>
      <p:ext uri="{BB962C8B-B14F-4D97-AF65-F5344CB8AC3E}">
        <p14:creationId xmlns:p14="http://schemas.microsoft.com/office/powerpoint/2010/main" val="7130926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7D9D8228-727F-1E46-B5AD-91D158B8255E}"/>
              </a:ext>
            </a:extLst>
          </p:cNvPr>
          <p:cNvSpPr>
            <a:spLocks noGrp="1"/>
          </p:cNvSpPr>
          <p:nvPr>
            <p:ph type="subTitle" idx="1"/>
          </p:nvPr>
        </p:nvSpPr>
        <p:spPr>
          <a:xfrm>
            <a:off x="965288" y="1285092"/>
            <a:ext cx="10110240" cy="588024"/>
          </a:xfrm>
        </p:spPr>
        <p:txBody>
          <a:bodyPr vert="horz" lIns="0" tIns="0" rIns="0" bIns="0" rtlCol="0" anchor="t">
            <a:noAutofit/>
          </a:bodyPr>
          <a:lstStyle/>
          <a:p>
            <a:r>
              <a:rPr lang="en-US" dirty="0"/>
              <a:t>Dataset </a:t>
            </a:r>
            <a:r>
              <a:rPr lang="en-US" dirty="0">
                <a:solidFill>
                  <a:srgbClr val="203232"/>
                </a:solidFill>
              </a:rPr>
              <a:t>ID</a:t>
            </a:r>
            <a:r>
              <a:rPr lang="en-US" dirty="0">
                <a:solidFill>
                  <a:srgbClr val="FF0000"/>
                </a:solidFill>
              </a:rPr>
              <a:t>: DS300</a:t>
            </a:r>
          </a:p>
        </p:txBody>
      </p:sp>
      <p:sp>
        <p:nvSpPr>
          <p:cNvPr id="3" name="Footer Placeholder 2">
            <a:extLst>
              <a:ext uri="{FF2B5EF4-FFF2-40B4-BE49-F238E27FC236}">
                <a16:creationId xmlns:a16="http://schemas.microsoft.com/office/drawing/2014/main" id="{00EBC183-8AA5-EC44-9987-D65F5C1892A1}"/>
              </a:ext>
            </a:extLst>
          </p:cNvPr>
          <p:cNvSpPr>
            <a:spLocks noGrp="1"/>
          </p:cNvSpPr>
          <p:nvPr>
            <p:ph type="ftr" sz="quarter" idx="11"/>
          </p:nvPr>
        </p:nvSpPr>
        <p:spPr>
          <a:xfrm>
            <a:off x="965288" y="786397"/>
            <a:ext cx="10397256" cy="230832"/>
          </a:xfrm>
        </p:spPr>
        <p:txBody>
          <a:bodyPr/>
          <a:lstStyle/>
          <a:p>
            <a:r>
              <a:rPr lang="en-GB" dirty="0"/>
              <a:t>7COM1079-2025  Student Group No: B 165                 Names of Student Group Attendees:  Muhammad Marsad</a:t>
            </a:r>
          </a:p>
        </p:txBody>
      </p:sp>
      <p:sp>
        <p:nvSpPr>
          <p:cNvPr id="4" name="Slide Number Placeholder 3">
            <a:extLst>
              <a:ext uri="{FF2B5EF4-FFF2-40B4-BE49-F238E27FC236}">
                <a16:creationId xmlns:a16="http://schemas.microsoft.com/office/drawing/2014/main" id="{CC9D9611-42EE-7840-81EE-DD6B1A99CD7B}"/>
              </a:ext>
            </a:extLst>
          </p:cNvPr>
          <p:cNvSpPr>
            <a:spLocks noGrp="1"/>
          </p:cNvSpPr>
          <p:nvPr>
            <p:ph type="sldNum" sz="quarter" idx="12"/>
          </p:nvPr>
        </p:nvSpPr>
        <p:spPr>
          <a:xfrm>
            <a:off x="10954512" y="555565"/>
            <a:ext cx="622800" cy="230832"/>
          </a:xfrm>
        </p:spPr>
        <p:txBody>
          <a:bodyPr/>
          <a:lstStyle/>
          <a:p>
            <a:r>
              <a:rPr lang="en-US"/>
              <a:t>2</a:t>
            </a:r>
            <a:endParaRPr lang="en-GB"/>
          </a:p>
        </p:txBody>
      </p:sp>
      <p:sp>
        <p:nvSpPr>
          <p:cNvPr id="5" name="Title 4">
            <a:extLst>
              <a:ext uri="{FF2B5EF4-FFF2-40B4-BE49-F238E27FC236}">
                <a16:creationId xmlns:a16="http://schemas.microsoft.com/office/drawing/2014/main" id="{B3FA3829-F12C-214D-8FBA-7E1A740F65CA}"/>
              </a:ext>
            </a:extLst>
          </p:cNvPr>
          <p:cNvSpPr>
            <a:spLocks noGrp="1"/>
          </p:cNvSpPr>
          <p:nvPr>
            <p:ph type="ctrTitle"/>
          </p:nvPr>
        </p:nvSpPr>
        <p:spPr>
          <a:xfrm>
            <a:off x="965289" y="1873115"/>
            <a:ext cx="9989224" cy="3699793"/>
          </a:xfrm>
        </p:spPr>
        <p:txBody>
          <a:bodyPr>
            <a:noAutofit/>
          </a:bodyPr>
          <a:lstStyle/>
          <a:p>
            <a:pPr>
              <a:lnSpc>
                <a:spcPct val="150000"/>
              </a:lnSpc>
            </a:pPr>
            <a:r>
              <a:rPr lang="en-US" sz="2400" b="0" dirty="0">
                <a:latin typeface="Calibri" panose="020F0502020204030204" pitchFamily="34" charset="0"/>
                <a:ea typeface="Calibri" panose="020F0502020204030204" pitchFamily="34" charset="0"/>
                <a:cs typeface="Calibri" panose="020F0502020204030204" pitchFamily="34" charset="0"/>
              </a:rPr>
              <a:t>This dataset is interesting to us because:</a:t>
            </a:r>
            <a:br>
              <a:rPr lang="en-US" sz="2400" b="0" dirty="0">
                <a:latin typeface="Calibri" panose="020F0502020204030204" pitchFamily="34" charset="0"/>
                <a:ea typeface="Calibri" panose="020F0502020204030204" pitchFamily="34" charset="0"/>
                <a:cs typeface="Calibri" panose="020F0502020204030204" pitchFamily="34" charset="0"/>
              </a:rPr>
            </a:br>
            <a:r>
              <a:rPr lang="en-US" sz="2400" b="0" dirty="0">
                <a:latin typeface="Calibri" panose="020F0502020204030204" pitchFamily="34" charset="0"/>
                <a:ea typeface="Calibri" panose="020F0502020204030204" pitchFamily="34" charset="0"/>
                <a:cs typeface="Calibri" panose="020F0502020204030204" pitchFamily="34" charset="0"/>
              </a:rPr>
              <a:t>Mobius is a small-cap cryptocurrency with strong intraday price variation, making it ideal for studying opening–closing price relationships.</a:t>
            </a:r>
            <a:br>
              <a:rPr lang="en-US" sz="2400" b="0" dirty="0">
                <a:latin typeface="Calibri" panose="020F0502020204030204" pitchFamily="34" charset="0"/>
                <a:cs typeface="Calibri" panose="020F0502020204030204" pitchFamily="34" charset="0"/>
              </a:rPr>
            </a:br>
            <a:r>
              <a:rPr lang="en-US" sz="2400" b="0" dirty="0">
                <a:latin typeface="Calibri" panose="020F0502020204030204" pitchFamily="34" charset="0"/>
                <a:ea typeface="Calibri" panose="020F0502020204030204" pitchFamily="34" charset="0"/>
                <a:cs typeface="Calibri" panose="020F0502020204030204" pitchFamily="34" charset="0"/>
              </a:rPr>
              <a:t>Variables used in our Research Question</a:t>
            </a:r>
            <a:br>
              <a:rPr lang="en-US" sz="2400" b="0" dirty="0">
                <a:latin typeface="Calibri" panose="020F0502020204030204" pitchFamily="34" charset="0"/>
                <a:ea typeface="Calibri" panose="020F0502020204030204" pitchFamily="34" charset="0"/>
                <a:cs typeface="Calibri" panose="020F0502020204030204" pitchFamily="34" charset="0"/>
              </a:rPr>
            </a:br>
            <a:r>
              <a:rPr lang="en-US" sz="2400" b="0" dirty="0">
                <a:latin typeface="Calibri" panose="020F0502020204030204" pitchFamily="34" charset="0"/>
                <a:ea typeface="Calibri" panose="020F0502020204030204" pitchFamily="34" charset="0"/>
                <a:cs typeface="Calibri" panose="020F0502020204030204" pitchFamily="34" charset="0"/>
              </a:rPr>
              <a:t>Opening Price (Independent variable – interval / numeric)</a:t>
            </a:r>
            <a:br>
              <a:rPr lang="en-US" sz="2400" b="0" dirty="0">
                <a:latin typeface="Calibri" panose="020F0502020204030204" pitchFamily="34" charset="0"/>
                <a:ea typeface="Calibri" panose="020F0502020204030204" pitchFamily="34" charset="0"/>
                <a:cs typeface="Calibri" panose="020F0502020204030204" pitchFamily="34" charset="0"/>
              </a:rPr>
            </a:br>
            <a:r>
              <a:rPr lang="en-US" sz="2400" b="0" dirty="0">
                <a:latin typeface="Calibri" panose="020F0502020204030204" pitchFamily="34" charset="0"/>
                <a:ea typeface="Calibri" panose="020F0502020204030204" pitchFamily="34" charset="0"/>
                <a:cs typeface="Calibri" panose="020F0502020204030204" pitchFamily="34" charset="0"/>
              </a:rPr>
              <a:t>Closing Price (Dependent variable – interval / numeric)</a:t>
            </a:r>
            <a:br>
              <a:rPr lang="en-US" sz="2400" dirty="0">
                <a:latin typeface="Calibri" panose="020F0502020204030204" pitchFamily="34" charset="0"/>
                <a:ea typeface="Calibri" panose="020F0502020204030204" pitchFamily="34" charset="0"/>
                <a:cs typeface="Calibri" panose="020F0502020204030204" pitchFamily="34" charset="0"/>
              </a:rPr>
            </a:br>
            <a:endParaRPr lang="en-US" sz="2400" b="0" dirty="0">
              <a:solidFill>
                <a:srgbClr val="FF0000"/>
              </a:solidFill>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7180049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8E3CD731-5ACF-B002-247D-243F6E2149EC}"/>
              </a:ext>
            </a:extLst>
          </p:cNvPr>
          <p:cNvSpPr>
            <a:spLocks noGrp="1"/>
          </p:cNvSpPr>
          <p:nvPr>
            <p:ph type="subTitle" idx="1"/>
          </p:nvPr>
        </p:nvSpPr>
        <p:spPr>
          <a:xfrm>
            <a:off x="965289" y="1147638"/>
            <a:ext cx="9753625" cy="230832"/>
          </a:xfrm>
        </p:spPr>
        <p:txBody>
          <a:bodyPr/>
          <a:lstStyle/>
          <a:p>
            <a:pPr>
              <a:spcAft>
                <a:spcPts val="0"/>
              </a:spcAft>
            </a:pPr>
            <a:r>
              <a:rPr lang="en-GB" dirty="0"/>
              <a:t>Our Research Question is</a:t>
            </a:r>
            <a:endParaRPr lang="en-GB" sz="1800" dirty="0">
              <a:solidFill>
                <a:srgbClr val="FF0000"/>
              </a:solidFill>
            </a:endParaRPr>
          </a:p>
        </p:txBody>
      </p:sp>
      <p:sp>
        <p:nvSpPr>
          <p:cNvPr id="3" name="Footer Placeholder 2">
            <a:extLst>
              <a:ext uri="{FF2B5EF4-FFF2-40B4-BE49-F238E27FC236}">
                <a16:creationId xmlns:a16="http://schemas.microsoft.com/office/drawing/2014/main" id="{3C4D431B-7665-75B0-2D73-5BD588DCB766}"/>
              </a:ext>
            </a:extLst>
          </p:cNvPr>
          <p:cNvSpPr>
            <a:spLocks noGrp="1"/>
          </p:cNvSpPr>
          <p:nvPr>
            <p:ph type="ftr" sz="quarter" idx="11"/>
          </p:nvPr>
        </p:nvSpPr>
        <p:spPr/>
        <p:txBody>
          <a:bodyPr/>
          <a:lstStyle/>
          <a:p>
            <a:r>
              <a:rPr lang="en-GB" dirty="0"/>
              <a:t>PRE 7COM1079-2025  Student Group No: B 165 </a:t>
            </a:r>
          </a:p>
        </p:txBody>
      </p:sp>
      <p:sp>
        <p:nvSpPr>
          <p:cNvPr id="4" name="Slide Number Placeholder 3">
            <a:extLst>
              <a:ext uri="{FF2B5EF4-FFF2-40B4-BE49-F238E27FC236}">
                <a16:creationId xmlns:a16="http://schemas.microsoft.com/office/drawing/2014/main" id="{1625FA15-B17F-387B-E383-5505647ABB89}"/>
              </a:ext>
            </a:extLst>
          </p:cNvPr>
          <p:cNvSpPr>
            <a:spLocks noGrp="1"/>
          </p:cNvSpPr>
          <p:nvPr>
            <p:ph type="sldNum" sz="quarter" idx="12"/>
          </p:nvPr>
        </p:nvSpPr>
        <p:spPr>
          <a:xfrm>
            <a:off x="10616400" y="791022"/>
            <a:ext cx="622800" cy="230832"/>
          </a:xfrm>
        </p:spPr>
        <p:txBody>
          <a:bodyPr/>
          <a:lstStyle/>
          <a:p>
            <a:r>
              <a:rPr lang="en-US"/>
              <a:t>3</a:t>
            </a:r>
            <a:endParaRPr lang="en-GB"/>
          </a:p>
        </p:txBody>
      </p:sp>
      <p:sp>
        <p:nvSpPr>
          <p:cNvPr id="5" name="Title 4">
            <a:extLst>
              <a:ext uri="{FF2B5EF4-FFF2-40B4-BE49-F238E27FC236}">
                <a16:creationId xmlns:a16="http://schemas.microsoft.com/office/drawing/2014/main" id="{3440DA25-F620-152B-DE9E-776F7B74DFF0}"/>
              </a:ext>
            </a:extLst>
          </p:cNvPr>
          <p:cNvSpPr>
            <a:spLocks noGrp="1"/>
          </p:cNvSpPr>
          <p:nvPr>
            <p:ph type="ctrTitle"/>
          </p:nvPr>
        </p:nvSpPr>
        <p:spPr>
          <a:xfrm>
            <a:off x="965289" y="1842339"/>
            <a:ext cx="10961306" cy="4173064"/>
          </a:xfrm>
        </p:spPr>
        <p:txBody>
          <a:bodyPr>
            <a:noAutofit/>
          </a:bodyPr>
          <a:lstStyle/>
          <a:p>
            <a:pPr>
              <a:lnSpc>
                <a:spcPct val="150000"/>
              </a:lnSpc>
            </a:pPr>
            <a:r>
              <a:rPr lang="en-US" sz="2400" dirty="0"/>
              <a:t>“Is there a significant correlation between the daily opening price (independent variable) and the daily closing price (dependent variable) for the Mobius cryptocurrency?”</a:t>
            </a:r>
            <a:br>
              <a:rPr lang="en-US" sz="2400" dirty="0"/>
            </a:br>
            <a:r>
              <a:rPr lang="en-US" sz="2400" dirty="0"/>
              <a:t>This follows Template 1 (Correlation):</a:t>
            </a:r>
            <a:br>
              <a:rPr lang="en-US" sz="2400" dirty="0"/>
            </a:br>
            <a:r>
              <a:rPr lang="en-US" sz="2400" dirty="0"/>
              <a:t>“Is there a correlation between </a:t>
            </a:r>
            <a:r>
              <a:rPr lang="en-US" sz="2400" i="1" dirty="0"/>
              <a:t>dependent interval variable</a:t>
            </a:r>
            <a:r>
              <a:rPr lang="en-US" sz="2400" dirty="0"/>
              <a:t> and </a:t>
            </a:r>
            <a:r>
              <a:rPr lang="en-US" sz="2400" i="1" dirty="0"/>
              <a:t>independent interval variable</a:t>
            </a:r>
            <a:r>
              <a:rPr lang="en-US" sz="2400" dirty="0"/>
              <a:t>?”</a:t>
            </a:r>
            <a:br>
              <a:rPr lang="en-US" sz="2400" dirty="0"/>
            </a:br>
            <a:br>
              <a:rPr lang="en-GB" sz="2400" dirty="0">
                <a:effectLst/>
                <a:latin typeface="Calibri" panose="020F0502020204030204" pitchFamily="34" charset="0"/>
                <a:ea typeface="Calibri" panose="020F0502020204030204" pitchFamily="34" charset="0"/>
                <a:cs typeface="Times New Roman" panose="02020603050405020304" pitchFamily="18" charset="0"/>
              </a:rPr>
            </a:br>
            <a:endParaRPr lang="en-GB" sz="2400" dirty="0">
              <a:solidFill>
                <a:srgbClr val="FF0000"/>
              </a:solidFill>
            </a:endParaRPr>
          </a:p>
        </p:txBody>
      </p:sp>
    </p:spTree>
    <p:extLst>
      <p:ext uri="{BB962C8B-B14F-4D97-AF65-F5344CB8AC3E}">
        <p14:creationId xmlns:p14="http://schemas.microsoft.com/office/powerpoint/2010/main" val="324946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6B64221B-D6D4-E382-A91A-99FF908D5475}"/>
              </a:ext>
            </a:extLst>
          </p:cNvPr>
          <p:cNvSpPr>
            <a:spLocks noGrp="1"/>
          </p:cNvSpPr>
          <p:nvPr>
            <p:ph type="subTitle" idx="1"/>
          </p:nvPr>
        </p:nvSpPr>
        <p:spPr>
          <a:xfrm>
            <a:off x="1142102" y="1903752"/>
            <a:ext cx="10406581" cy="4257206"/>
          </a:xfrm>
        </p:spPr>
        <p:txBody>
          <a:bodyPr vert="horz" lIns="0" tIns="0" rIns="0" bIns="0" rtlCol="0" anchor="t">
            <a:noAutofit/>
          </a:bodyPr>
          <a:lstStyle/>
          <a:p>
            <a:r>
              <a:rPr lang="en-US" sz="2400" dirty="0"/>
              <a:t>Null hypothesis (H₀):</a:t>
            </a:r>
          </a:p>
          <a:p>
            <a:r>
              <a:rPr lang="en-US" sz="2400" dirty="0"/>
              <a:t>There is no correlation between the opening price and the closing price of Mobius.</a:t>
            </a:r>
          </a:p>
          <a:p>
            <a:r>
              <a:rPr lang="en-US" sz="2400" dirty="0"/>
              <a:t>Alternative hypothesis (H₁):</a:t>
            </a:r>
          </a:p>
          <a:p>
            <a:r>
              <a:rPr lang="en-US" sz="2400" dirty="0"/>
              <a:t>There is a significant correlation between the opening price and the closing price of Mobius.</a:t>
            </a:r>
          </a:p>
        </p:txBody>
      </p:sp>
      <p:sp>
        <p:nvSpPr>
          <p:cNvPr id="4" name="Slide Number Placeholder 3">
            <a:extLst>
              <a:ext uri="{FF2B5EF4-FFF2-40B4-BE49-F238E27FC236}">
                <a16:creationId xmlns:a16="http://schemas.microsoft.com/office/drawing/2014/main" id="{FF7EDF94-2B89-A21D-BBC0-E455C2D9893B}"/>
              </a:ext>
            </a:extLst>
          </p:cNvPr>
          <p:cNvSpPr>
            <a:spLocks noGrp="1"/>
          </p:cNvSpPr>
          <p:nvPr>
            <p:ph type="sldNum" sz="quarter" idx="12"/>
          </p:nvPr>
        </p:nvSpPr>
        <p:spPr>
          <a:xfrm>
            <a:off x="11269543" y="284375"/>
            <a:ext cx="558281" cy="221244"/>
          </a:xfrm>
        </p:spPr>
        <p:txBody>
          <a:bodyPr/>
          <a:lstStyle/>
          <a:p>
            <a:r>
              <a:rPr lang="en-US"/>
              <a:t>4</a:t>
            </a:r>
            <a:endParaRPr lang="en-GB"/>
          </a:p>
        </p:txBody>
      </p:sp>
      <p:sp>
        <p:nvSpPr>
          <p:cNvPr id="7" name="Subtitle 1">
            <a:extLst>
              <a:ext uri="{FF2B5EF4-FFF2-40B4-BE49-F238E27FC236}">
                <a16:creationId xmlns:a16="http://schemas.microsoft.com/office/drawing/2014/main" id="{C4084F99-C114-17E8-9FDD-6F993F912D8C}"/>
              </a:ext>
            </a:extLst>
          </p:cNvPr>
          <p:cNvSpPr txBox="1">
            <a:spLocks/>
          </p:cNvSpPr>
          <p:nvPr/>
        </p:nvSpPr>
        <p:spPr>
          <a:xfrm>
            <a:off x="1219187" y="1161898"/>
            <a:ext cx="9753625" cy="230832"/>
          </a:xfrm>
          <a:prstGeom prst="rect">
            <a:avLst/>
          </a:prstGeom>
        </p:spPr>
        <p:txBody>
          <a:bodyPr vert="horz" lIns="0" tIns="0" rIns="0" bIns="0" rtlCol="0">
            <a:noAutofit/>
          </a:bodyPr>
          <a:lstStyle>
            <a:lvl1pPr marL="0" indent="0" algn="l" defTabSz="914400" rtl="0" eaLnBrk="1" latinLnBrk="0" hangingPunct="1">
              <a:lnSpc>
                <a:spcPts val="2880"/>
              </a:lnSpc>
              <a:spcBef>
                <a:spcPts val="0"/>
              </a:spcBef>
              <a:spcAft>
                <a:spcPts val="992"/>
              </a:spcAft>
              <a:buFont typeface="Arial" panose="020B0604020202020204" pitchFamily="34" charset="0"/>
              <a:buNone/>
              <a:defRPr sz="3600" b="1" kern="3000" spc="-100" baseline="0">
                <a:solidFill>
                  <a:schemeClr val="tx2"/>
                </a:solidFill>
                <a:latin typeface="+mn-lt"/>
                <a:ea typeface="+mn-ea"/>
                <a:cs typeface="+mn-cs"/>
              </a:defRPr>
            </a:lvl1pPr>
            <a:lvl2pPr marL="457200" indent="0" algn="ctr" defTabSz="914400" rtl="0" eaLnBrk="1" latinLnBrk="0" hangingPunct="1">
              <a:lnSpc>
                <a:spcPts val="2880"/>
              </a:lnSpc>
              <a:spcBef>
                <a:spcPts val="0"/>
              </a:spcBef>
              <a:spcAft>
                <a:spcPts val="992"/>
              </a:spcAft>
              <a:buFont typeface="Arial" panose="020B0604020202020204" pitchFamily="34" charset="0"/>
              <a:buNone/>
              <a:defRPr sz="2000" kern="2000" spc="-100" baseline="0">
                <a:solidFill>
                  <a:srgbClr val="203232"/>
                </a:solidFill>
                <a:latin typeface="+mn-lt"/>
                <a:ea typeface="+mn-ea"/>
                <a:cs typeface="+mn-cs"/>
              </a:defRPr>
            </a:lvl2pPr>
            <a:lvl3pPr marL="914400" indent="0" algn="ctr" defTabSz="914400" rtl="0" eaLnBrk="1" latinLnBrk="0" hangingPunct="1">
              <a:lnSpc>
                <a:spcPts val="2880"/>
              </a:lnSpc>
              <a:spcBef>
                <a:spcPts val="0"/>
              </a:spcBef>
              <a:spcAft>
                <a:spcPts val="992"/>
              </a:spcAft>
              <a:buFont typeface="Arial" panose="020B0604020202020204" pitchFamily="34" charset="0"/>
              <a:buNone/>
              <a:defRPr sz="1800" kern="2000" spc="-100" baseline="0">
                <a:solidFill>
                  <a:srgbClr val="203232"/>
                </a:solidFill>
                <a:latin typeface="+mn-lt"/>
                <a:ea typeface="+mn-ea"/>
                <a:cs typeface="+mn-cs"/>
              </a:defRPr>
            </a:lvl3pPr>
            <a:lvl4pPr marL="1371600" indent="0" algn="ctr" defTabSz="914400" rtl="0" eaLnBrk="1" latinLnBrk="0" hangingPunct="1">
              <a:lnSpc>
                <a:spcPts val="2160"/>
              </a:lnSpc>
              <a:spcBef>
                <a:spcPts val="0"/>
              </a:spcBef>
              <a:buFont typeface="Arial" panose="020B0604020202020204" pitchFamily="34" charset="0"/>
              <a:buNone/>
              <a:defRPr sz="1600" kern="1200">
                <a:solidFill>
                  <a:srgbClr val="203232"/>
                </a:solidFill>
                <a:latin typeface="+mn-lt"/>
                <a:ea typeface="+mn-ea"/>
                <a:cs typeface="+mn-cs"/>
              </a:defRPr>
            </a:lvl4pPr>
            <a:lvl5pPr marL="1828800" indent="0" algn="ctr" defTabSz="914400" rtl="0" eaLnBrk="1" latinLnBrk="0" hangingPunct="1">
              <a:lnSpc>
                <a:spcPts val="2160"/>
              </a:lnSpc>
              <a:spcBef>
                <a:spcPts val="0"/>
              </a:spcBef>
              <a:buFont typeface="Arial" panose="020B0604020202020204" pitchFamily="34" charset="0"/>
              <a:buNone/>
              <a:defRPr sz="1600" b="1" kern="1200">
                <a:solidFill>
                  <a:srgbClr val="203232"/>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Aft>
                <a:spcPts val="0"/>
              </a:spcAft>
            </a:pPr>
            <a:r>
              <a:rPr lang="en-US" dirty="0"/>
              <a:t>Hypotheses </a:t>
            </a:r>
            <a:endParaRPr lang="en-GB" sz="1800" dirty="0">
              <a:solidFill>
                <a:srgbClr val="FF0000"/>
              </a:solidFill>
            </a:endParaRPr>
          </a:p>
        </p:txBody>
      </p:sp>
      <p:sp>
        <p:nvSpPr>
          <p:cNvPr id="9" name="TextBox 8">
            <a:extLst>
              <a:ext uri="{FF2B5EF4-FFF2-40B4-BE49-F238E27FC236}">
                <a16:creationId xmlns:a16="http://schemas.microsoft.com/office/drawing/2014/main" id="{5ED05B9F-B527-5E2F-1585-FE7BBF467D96}"/>
              </a:ext>
            </a:extLst>
          </p:cNvPr>
          <p:cNvSpPr txBox="1"/>
          <p:nvPr/>
        </p:nvSpPr>
        <p:spPr>
          <a:xfrm>
            <a:off x="389743" y="512376"/>
            <a:ext cx="8079699" cy="369332"/>
          </a:xfrm>
          <a:prstGeom prst="rect">
            <a:avLst/>
          </a:prstGeom>
          <a:noFill/>
        </p:spPr>
        <p:txBody>
          <a:bodyPr wrap="square">
            <a:spAutoFit/>
          </a:bodyPr>
          <a:lstStyle/>
          <a:p>
            <a:r>
              <a:rPr lang="en-GB" dirty="0"/>
              <a:t>PRE 7COM1079-2025  Student Group No: B 165 </a:t>
            </a:r>
          </a:p>
        </p:txBody>
      </p:sp>
    </p:spTree>
    <p:extLst>
      <p:ext uri="{BB962C8B-B14F-4D97-AF65-F5344CB8AC3E}">
        <p14:creationId xmlns:p14="http://schemas.microsoft.com/office/powerpoint/2010/main" val="29523384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A7427E-FD53-6075-0F65-FDE023288AA2}"/>
            </a:ext>
          </a:extLst>
        </p:cNvPr>
        <p:cNvGrpSpPr/>
        <p:nvPr/>
      </p:nvGrpSpPr>
      <p:grpSpPr>
        <a:xfrm>
          <a:off x="0" y="0"/>
          <a:ext cx="0" cy="0"/>
          <a:chOff x="0" y="0"/>
          <a:chExt cx="0" cy="0"/>
        </a:xfrm>
      </p:grpSpPr>
      <p:sp>
        <p:nvSpPr>
          <p:cNvPr id="2" name="Subtitle 1">
            <a:extLst>
              <a:ext uri="{FF2B5EF4-FFF2-40B4-BE49-F238E27FC236}">
                <a16:creationId xmlns:a16="http://schemas.microsoft.com/office/drawing/2014/main" id="{EBC8B40E-93AB-B5E0-55FA-BC10200AB094}"/>
              </a:ext>
            </a:extLst>
          </p:cNvPr>
          <p:cNvSpPr>
            <a:spLocks noGrp="1"/>
          </p:cNvSpPr>
          <p:nvPr>
            <p:ph type="subTitle" idx="1"/>
          </p:nvPr>
        </p:nvSpPr>
        <p:spPr>
          <a:xfrm>
            <a:off x="965289" y="1244184"/>
            <a:ext cx="9753625" cy="374754"/>
          </a:xfrm>
        </p:spPr>
        <p:txBody>
          <a:bodyPr/>
          <a:lstStyle/>
          <a:p>
            <a:pPr>
              <a:spcAft>
                <a:spcPts val="0"/>
              </a:spcAft>
            </a:pPr>
            <a:r>
              <a:rPr lang="en-US" dirty="0" err="1"/>
              <a:t>Visualisation</a:t>
            </a:r>
            <a:r>
              <a:rPr lang="en-US" dirty="0"/>
              <a:t> Part 1 (Scatterplot)</a:t>
            </a:r>
            <a:endParaRPr lang="en-GB" dirty="0">
              <a:solidFill>
                <a:srgbClr val="FF0000"/>
              </a:solidFill>
            </a:endParaRPr>
          </a:p>
        </p:txBody>
      </p:sp>
      <p:sp>
        <p:nvSpPr>
          <p:cNvPr id="3" name="Footer Placeholder 2">
            <a:extLst>
              <a:ext uri="{FF2B5EF4-FFF2-40B4-BE49-F238E27FC236}">
                <a16:creationId xmlns:a16="http://schemas.microsoft.com/office/drawing/2014/main" id="{2AB17280-7089-64E6-83A5-2FE672BA137B}"/>
              </a:ext>
            </a:extLst>
          </p:cNvPr>
          <p:cNvSpPr>
            <a:spLocks noGrp="1"/>
          </p:cNvSpPr>
          <p:nvPr>
            <p:ph type="ftr" sz="quarter" idx="11"/>
          </p:nvPr>
        </p:nvSpPr>
        <p:spPr/>
        <p:txBody>
          <a:bodyPr/>
          <a:lstStyle/>
          <a:p>
            <a:r>
              <a:rPr lang="en-GB" dirty="0"/>
              <a:t>PRE 7COM1079-2025  Student Group No: B 165 </a:t>
            </a:r>
          </a:p>
        </p:txBody>
      </p:sp>
      <p:sp>
        <p:nvSpPr>
          <p:cNvPr id="4" name="Slide Number Placeholder 3">
            <a:extLst>
              <a:ext uri="{FF2B5EF4-FFF2-40B4-BE49-F238E27FC236}">
                <a16:creationId xmlns:a16="http://schemas.microsoft.com/office/drawing/2014/main" id="{57083A62-EF72-6EFB-0C91-AE9F734615D6}"/>
              </a:ext>
            </a:extLst>
          </p:cNvPr>
          <p:cNvSpPr>
            <a:spLocks noGrp="1"/>
          </p:cNvSpPr>
          <p:nvPr>
            <p:ph type="sldNum" sz="quarter" idx="12"/>
          </p:nvPr>
        </p:nvSpPr>
        <p:spPr>
          <a:xfrm>
            <a:off x="10616400" y="791022"/>
            <a:ext cx="622800" cy="230832"/>
          </a:xfrm>
        </p:spPr>
        <p:txBody>
          <a:bodyPr/>
          <a:lstStyle/>
          <a:p>
            <a:r>
              <a:rPr lang="en-US"/>
              <a:t>3</a:t>
            </a:r>
            <a:endParaRPr lang="en-GB"/>
          </a:p>
        </p:txBody>
      </p:sp>
      <p:sp>
        <p:nvSpPr>
          <p:cNvPr id="5" name="Title 4">
            <a:extLst>
              <a:ext uri="{FF2B5EF4-FFF2-40B4-BE49-F238E27FC236}">
                <a16:creationId xmlns:a16="http://schemas.microsoft.com/office/drawing/2014/main" id="{B173CA7F-53DC-9350-718D-F79F2F26BEFC}"/>
              </a:ext>
            </a:extLst>
          </p:cNvPr>
          <p:cNvSpPr>
            <a:spLocks noGrp="1"/>
          </p:cNvSpPr>
          <p:nvPr>
            <p:ph type="ctrTitle"/>
          </p:nvPr>
        </p:nvSpPr>
        <p:spPr>
          <a:xfrm>
            <a:off x="960292" y="1841268"/>
            <a:ext cx="10961306" cy="5016732"/>
          </a:xfrm>
        </p:spPr>
        <p:txBody>
          <a:bodyPr>
            <a:noAutofit/>
          </a:bodyPr>
          <a:lstStyle/>
          <a:p>
            <a:pPr>
              <a:lnSpc>
                <a:spcPct val="150000"/>
              </a:lnSpc>
            </a:pPr>
            <a:r>
              <a:rPr lang="en-US" sz="2400" dirty="0"/>
              <a:t>Scatterplot: Opening vs Closing Price</a:t>
            </a:r>
            <a:br>
              <a:rPr lang="en-US" sz="2400" dirty="0"/>
            </a:br>
            <a:r>
              <a:rPr lang="en-US" sz="2400" dirty="0"/>
              <a:t>Shows the linear relationship between Opening (X-axis) and Closing Price (Y-axis).</a:t>
            </a:r>
            <a:br>
              <a:rPr lang="en-US" sz="2400" dirty="0"/>
            </a:br>
            <a:r>
              <a:rPr lang="en-US" sz="2400" dirty="0"/>
              <a:t>A strong upward trend is visible, meaning higher opening prices generally lead to higher closing prices.</a:t>
            </a:r>
            <a:br>
              <a:rPr lang="en-US" sz="2400" dirty="0"/>
            </a:br>
            <a:r>
              <a:rPr lang="en-US" sz="2400" dirty="0"/>
              <a:t>This directly supports our correlation-based RQ.</a:t>
            </a:r>
            <a:br>
              <a:rPr lang="en-US" sz="2400" dirty="0"/>
            </a:br>
            <a:br>
              <a:rPr lang="en-US" sz="2400" dirty="0"/>
            </a:br>
            <a:br>
              <a:rPr lang="en-US" sz="2400" dirty="0"/>
            </a:br>
            <a:br>
              <a:rPr lang="en-GB" sz="2400" dirty="0">
                <a:effectLst/>
                <a:latin typeface="Calibri" panose="020F0502020204030204" pitchFamily="34" charset="0"/>
                <a:ea typeface="Calibri" panose="020F0502020204030204" pitchFamily="34" charset="0"/>
                <a:cs typeface="Times New Roman" panose="02020603050405020304" pitchFamily="18" charset="0"/>
              </a:rPr>
            </a:br>
            <a:endParaRPr lang="en-GB" sz="2400" dirty="0">
              <a:solidFill>
                <a:srgbClr val="FF0000"/>
              </a:solidFill>
            </a:endParaRPr>
          </a:p>
        </p:txBody>
      </p:sp>
    </p:spTree>
    <p:extLst>
      <p:ext uri="{BB962C8B-B14F-4D97-AF65-F5344CB8AC3E}">
        <p14:creationId xmlns:p14="http://schemas.microsoft.com/office/powerpoint/2010/main" val="29958063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26A37A-728C-08DC-B543-63A962150FB8}"/>
            </a:ext>
          </a:extLst>
        </p:cNvPr>
        <p:cNvGrpSpPr/>
        <p:nvPr/>
      </p:nvGrpSpPr>
      <p:grpSpPr>
        <a:xfrm>
          <a:off x="0" y="0"/>
          <a:ext cx="0" cy="0"/>
          <a:chOff x="0" y="0"/>
          <a:chExt cx="0" cy="0"/>
        </a:xfrm>
      </p:grpSpPr>
      <p:sp>
        <p:nvSpPr>
          <p:cNvPr id="2" name="Subtitle 1">
            <a:extLst>
              <a:ext uri="{FF2B5EF4-FFF2-40B4-BE49-F238E27FC236}">
                <a16:creationId xmlns:a16="http://schemas.microsoft.com/office/drawing/2014/main" id="{07CA319A-0FEA-9B64-DF5E-6860C9F6C1BA}"/>
              </a:ext>
            </a:extLst>
          </p:cNvPr>
          <p:cNvSpPr>
            <a:spLocks noGrp="1"/>
          </p:cNvSpPr>
          <p:nvPr>
            <p:ph type="subTitle" idx="1"/>
          </p:nvPr>
        </p:nvSpPr>
        <p:spPr>
          <a:xfrm>
            <a:off x="965289" y="1244184"/>
            <a:ext cx="9753625" cy="374754"/>
          </a:xfrm>
        </p:spPr>
        <p:txBody>
          <a:bodyPr/>
          <a:lstStyle/>
          <a:p>
            <a:pPr>
              <a:spcAft>
                <a:spcPts val="0"/>
              </a:spcAft>
            </a:pPr>
            <a:r>
              <a:rPr lang="en-US" dirty="0" err="1"/>
              <a:t>Visualisation</a:t>
            </a:r>
            <a:r>
              <a:rPr lang="en-US" dirty="0"/>
              <a:t> Part 1 (Scatterplot Code)</a:t>
            </a:r>
            <a:endParaRPr lang="en-GB" dirty="0">
              <a:solidFill>
                <a:srgbClr val="FF0000"/>
              </a:solidFill>
            </a:endParaRPr>
          </a:p>
        </p:txBody>
      </p:sp>
      <p:sp>
        <p:nvSpPr>
          <p:cNvPr id="3" name="Footer Placeholder 2">
            <a:extLst>
              <a:ext uri="{FF2B5EF4-FFF2-40B4-BE49-F238E27FC236}">
                <a16:creationId xmlns:a16="http://schemas.microsoft.com/office/drawing/2014/main" id="{2363A2EF-5B83-81BE-5CC3-ECC0B0495757}"/>
              </a:ext>
            </a:extLst>
          </p:cNvPr>
          <p:cNvSpPr>
            <a:spLocks noGrp="1"/>
          </p:cNvSpPr>
          <p:nvPr>
            <p:ph type="ftr" sz="quarter" idx="11"/>
          </p:nvPr>
        </p:nvSpPr>
        <p:spPr/>
        <p:txBody>
          <a:bodyPr/>
          <a:lstStyle/>
          <a:p>
            <a:r>
              <a:rPr lang="en-GB" dirty="0"/>
              <a:t>PRE 7COM1079-2025  Student Group No: B 165 </a:t>
            </a:r>
          </a:p>
        </p:txBody>
      </p:sp>
      <p:sp>
        <p:nvSpPr>
          <p:cNvPr id="4" name="Slide Number Placeholder 3">
            <a:extLst>
              <a:ext uri="{FF2B5EF4-FFF2-40B4-BE49-F238E27FC236}">
                <a16:creationId xmlns:a16="http://schemas.microsoft.com/office/drawing/2014/main" id="{D3D530A0-E369-E284-CD3A-6525FA4515DC}"/>
              </a:ext>
            </a:extLst>
          </p:cNvPr>
          <p:cNvSpPr>
            <a:spLocks noGrp="1"/>
          </p:cNvSpPr>
          <p:nvPr>
            <p:ph type="sldNum" sz="quarter" idx="12"/>
          </p:nvPr>
        </p:nvSpPr>
        <p:spPr>
          <a:xfrm>
            <a:off x="10616400" y="791022"/>
            <a:ext cx="622800" cy="230832"/>
          </a:xfrm>
        </p:spPr>
        <p:txBody>
          <a:bodyPr/>
          <a:lstStyle/>
          <a:p>
            <a:r>
              <a:rPr lang="en-US"/>
              <a:t>3</a:t>
            </a:r>
            <a:endParaRPr lang="en-GB"/>
          </a:p>
        </p:txBody>
      </p:sp>
      <p:pic>
        <p:nvPicPr>
          <p:cNvPr id="6" name="Picture 5" descr="A screen shot of a computer&#10;&#10;AI-generated content may be incorrect.">
            <a:extLst>
              <a:ext uri="{FF2B5EF4-FFF2-40B4-BE49-F238E27FC236}">
                <a16:creationId xmlns:a16="http://schemas.microsoft.com/office/drawing/2014/main" id="{3A624AB7-4C58-6088-0581-924D68856D3B}"/>
              </a:ext>
            </a:extLst>
          </p:cNvPr>
          <p:cNvPicPr>
            <a:picLocks noChangeAspect="1"/>
          </p:cNvPicPr>
          <p:nvPr/>
        </p:nvPicPr>
        <p:blipFill>
          <a:blip r:embed="rId3"/>
          <a:stretch>
            <a:fillRect/>
          </a:stretch>
        </p:blipFill>
        <p:spPr>
          <a:xfrm>
            <a:off x="1369862" y="2077653"/>
            <a:ext cx="8608698" cy="2584288"/>
          </a:xfrm>
          <a:prstGeom prst="rect">
            <a:avLst/>
          </a:prstGeom>
        </p:spPr>
      </p:pic>
    </p:spTree>
    <p:extLst>
      <p:ext uri="{BB962C8B-B14F-4D97-AF65-F5344CB8AC3E}">
        <p14:creationId xmlns:p14="http://schemas.microsoft.com/office/powerpoint/2010/main" val="4555974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53C518-9728-A85B-3CB8-05397DC86F60}"/>
            </a:ext>
          </a:extLst>
        </p:cNvPr>
        <p:cNvGrpSpPr/>
        <p:nvPr/>
      </p:nvGrpSpPr>
      <p:grpSpPr>
        <a:xfrm>
          <a:off x="0" y="0"/>
          <a:ext cx="0" cy="0"/>
          <a:chOff x="0" y="0"/>
          <a:chExt cx="0" cy="0"/>
        </a:xfrm>
      </p:grpSpPr>
      <p:sp>
        <p:nvSpPr>
          <p:cNvPr id="2" name="Subtitle 1">
            <a:extLst>
              <a:ext uri="{FF2B5EF4-FFF2-40B4-BE49-F238E27FC236}">
                <a16:creationId xmlns:a16="http://schemas.microsoft.com/office/drawing/2014/main" id="{705D8033-BE6E-845E-3709-925E3AAAFD78}"/>
              </a:ext>
            </a:extLst>
          </p:cNvPr>
          <p:cNvSpPr>
            <a:spLocks noGrp="1"/>
          </p:cNvSpPr>
          <p:nvPr>
            <p:ph type="subTitle" idx="1"/>
          </p:nvPr>
        </p:nvSpPr>
        <p:spPr>
          <a:xfrm>
            <a:off x="965289" y="1244184"/>
            <a:ext cx="9753625" cy="374754"/>
          </a:xfrm>
        </p:spPr>
        <p:txBody>
          <a:bodyPr/>
          <a:lstStyle/>
          <a:p>
            <a:pPr>
              <a:spcAft>
                <a:spcPts val="0"/>
              </a:spcAft>
            </a:pPr>
            <a:r>
              <a:rPr lang="en-US" dirty="0" err="1"/>
              <a:t>Visualisation</a:t>
            </a:r>
            <a:r>
              <a:rPr lang="en-US" dirty="0"/>
              <a:t> Part 1 (Scatterplot)</a:t>
            </a:r>
            <a:endParaRPr lang="en-GB" dirty="0">
              <a:solidFill>
                <a:srgbClr val="FF0000"/>
              </a:solidFill>
            </a:endParaRPr>
          </a:p>
        </p:txBody>
      </p:sp>
      <p:sp>
        <p:nvSpPr>
          <p:cNvPr id="3" name="Footer Placeholder 2">
            <a:extLst>
              <a:ext uri="{FF2B5EF4-FFF2-40B4-BE49-F238E27FC236}">
                <a16:creationId xmlns:a16="http://schemas.microsoft.com/office/drawing/2014/main" id="{AF1E2DED-A11D-8CFC-9A39-9975F11149FD}"/>
              </a:ext>
            </a:extLst>
          </p:cNvPr>
          <p:cNvSpPr>
            <a:spLocks noGrp="1"/>
          </p:cNvSpPr>
          <p:nvPr>
            <p:ph type="ftr" sz="quarter" idx="11"/>
          </p:nvPr>
        </p:nvSpPr>
        <p:spPr/>
        <p:txBody>
          <a:bodyPr/>
          <a:lstStyle/>
          <a:p>
            <a:r>
              <a:rPr lang="en-GB" dirty="0"/>
              <a:t>PRE 7COM1079-2025  Student Group No: B 165 </a:t>
            </a:r>
          </a:p>
        </p:txBody>
      </p:sp>
      <p:sp>
        <p:nvSpPr>
          <p:cNvPr id="4" name="Slide Number Placeholder 3">
            <a:extLst>
              <a:ext uri="{FF2B5EF4-FFF2-40B4-BE49-F238E27FC236}">
                <a16:creationId xmlns:a16="http://schemas.microsoft.com/office/drawing/2014/main" id="{2F32B691-6908-FCA5-45DD-00D6BCEDECEE}"/>
              </a:ext>
            </a:extLst>
          </p:cNvPr>
          <p:cNvSpPr>
            <a:spLocks noGrp="1"/>
          </p:cNvSpPr>
          <p:nvPr>
            <p:ph type="sldNum" sz="quarter" idx="12"/>
          </p:nvPr>
        </p:nvSpPr>
        <p:spPr>
          <a:xfrm>
            <a:off x="10616400" y="791022"/>
            <a:ext cx="622800" cy="230832"/>
          </a:xfrm>
        </p:spPr>
        <p:txBody>
          <a:bodyPr/>
          <a:lstStyle/>
          <a:p>
            <a:r>
              <a:rPr lang="en-US" dirty="0"/>
              <a:t>3</a:t>
            </a:r>
            <a:endParaRPr lang="en-GB" dirty="0"/>
          </a:p>
        </p:txBody>
      </p:sp>
      <p:pic>
        <p:nvPicPr>
          <p:cNvPr id="5" name="Picture 4" descr="A diagram of a scatter plot&#10;&#10;AI-generated content may be incorrect.">
            <a:extLst>
              <a:ext uri="{FF2B5EF4-FFF2-40B4-BE49-F238E27FC236}">
                <a16:creationId xmlns:a16="http://schemas.microsoft.com/office/drawing/2014/main" id="{B8CC0C21-A5DF-560F-3417-FA1AAC5E86E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09537" y="1841268"/>
            <a:ext cx="6479040" cy="4319121"/>
          </a:xfrm>
          <a:prstGeom prst="rect">
            <a:avLst/>
          </a:prstGeom>
        </p:spPr>
      </p:pic>
    </p:spTree>
    <p:extLst>
      <p:ext uri="{BB962C8B-B14F-4D97-AF65-F5344CB8AC3E}">
        <p14:creationId xmlns:p14="http://schemas.microsoft.com/office/powerpoint/2010/main" val="503326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757A84-C357-4416-74D9-9BA2FBE1DE25}"/>
            </a:ext>
          </a:extLst>
        </p:cNvPr>
        <p:cNvGrpSpPr/>
        <p:nvPr/>
      </p:nvGrpSpPr>
      <p:grpSpPr>
        <a:xfrm>
          <a:off x="0" y="0"/>
          <a:ext cx="0" cy="0"/>
          <a:chOff x="0" y="0"/>
          <a:chExt cx="0" cy="0"/>
        </a:xfrm>
      </p:grpSpPr>
      <p:sp>
        <p:nvSpPr>
          <p:cNvPr id="2" name="Subtitle 1">
            <a:extLst>
              <a:ext uri="{FF2B5EF4-FFF2-40B4-BE49-F238E27FC236}">
                <a16:creationId xmlns:a16="http://schemas.microsoft.com/office/drawing/2014/main" id="{65883BCD-1D14-D88B-D3CB-B67B37EC3F0D}"/>
              </a:ext>
            </a:extLst>
          </p:cNvPr>
          <p:cNvSpPr>
            <a:spLocks noGrp="1"/>
          </p:cNvSpPr>
          <p:nvPr>
            <p:ph type="subTitle" idx="1"/>
          </p:nvPr>
        </p:nvSpPr>
        <p:spPr>
          <a:xfrm>
            <a:off x="680476" y="1394085"/>
            <a:ext cx="10067472" cy="374754"/>
          </a:xfrm>
        </p:spPr>
        <p:txBody>
          <a:bodyPr/>
          <a:lstStyle/>
          <a:p>
            <a:pPr>
              <a:spcAft>
                <a:spcPts val="0"/>
              </a:spcAft>
            </a:pPr>
            <a:r>
              <a:rPr lang="en-US" dirty="0" err="1"/>
              <a:t>Visualisation</a:t>
            </a:r>
            <a:r>
              <a:rPr lang="en-US" dirty="0"/>
              <a:t> Part 2 (Histogram + Normal Curve)</a:t>
            </a:r>
            <a:endParaRPr lang="en-GB" dirty="0">
              <a:solidFill>
                <a:srgbClr val="FF0000"/>
              </a:solidFill>
            </a:endParaRPr>
          </a:p>
        </p:txBody>
      </p:sp>
      <p:sp>
        <p:nvSpPr>
          <p:cNvPr id="3" name="Footer Placeholder 2">
            <a:extLst>
              <a:ext uri="{FF2B5EF4-FFF2-40B4-BE49-F238E27FC236}">
                <a16:creationId xmlns:a16="http://schemas.microsoft.com/office/drawing/2014/main" id="{5C7EAFBB-1DFE-84D4-0A9A-A9E3AB9A4346}"/>
              </a:ext>
            </a:extLst>
          </p:cNvPr>
          <p:cNvSpPr>
            <a:spLocks noGrp="1"/>
          </p:cNvSpPr>
          <p:nvPr>
            <p:ph type="ftr" sz="quarter" idx="11"/>
          </p:nvPr>
        </p:nvSpPr>
        <p:spPr>
          <a:xfrm>
            <a:off x="932813" y="791022"/>
            <a:ext cx="7176911" cy="230832"/>
          </a:xfrm>
        </p:spPr>
        <p:txBody>
          <a:bodyPr/>
          <a:lstStyle/>
          <a:p>
            <a:r>
              <a:rPr lang="en-GB" dirty="0"/>
              <a:t>PRE 7COM1079-2025  Student Group No: B 165 </a:t>
            </a:r>
          </a:p>
        </p:txBody>
      </p:sp>
      <p:sp>
        <p:nvSpPr>
          <p:cNvPr id="4" name="Slide Number Placeholder 3">
            <a:extLst>
              <a:ext uri="{FF2B5EF4-FFF2-40B4-BE49-F238E27FC236}">
                <a16:creationId xmlns:a16="http://schemas.microsoft.com/office/drawing/2014/main" id="{A0AC29B7-D6C1-0195-4107-737E172CA847}"/>
              </a:ext>
            </a:extLst>
          </p:cNvPr>
          <p:cNvSpPr>
            <a:spLocks noGrp="1"/>
          </p:cNvSpPr>
          <p:nvPr>
            <p:ph type="sldNum" sz="quarter" idx="12"/>
          </p:nvPr>
        </p:nvSpPr>
        <p:spPr>
          <a:xfrm>
            <a:off x="10616400" y="791022"/>
            <a:ext cx="622800" cy="230832"/>
          </a:xfrm>
        </p:spPr>
        <p:txBody>
          <a:bodyPr/>
          <a:lstStyle/>
          <a:p>
            <a:r>
              <a:rPr lang="en-US"/>
              <a:t>3</a:t>
            </a:r>
            <a:endParaRPr lang="en-GB"/>
          </a:p>
        </p:txBody>
      </p:sp>
      <p:sp>
        <p:nvSpPr>
          <p:cNvPr id="5" name="Title 4">
            <a:extLst>
              <a:ext uri="{FF2B5EF4-FFF2-40B4-BE49-F238E27FC236}">
                <a16:creationId xmlns:a16="http://schemas.microsoft.com/office/drawing/2014/main" id="{FA75D39C-C1A7-1761-CC7D-ABD20B597320}"/>
              </a:ext>
            </a:extLst>
          </p:cNvPr>
          <p:cNvSpPr>
            <a:spLocks noGrp="1"/>
          </p:cNvSpPr>
          <p:nvPr>
            <p:ph type="ctrTitle"/>
          </p:nvPr>
        </p:nvSpPr>
        <p:spPr>
          <a:xfrm>
            <a:off x="906256" y="1991169"/>
            <a:ext cx="10961306" cy="5016732"/>
          </a:xfrm>
        </p:spPr>
        <p:txBody>
          <a:bodyPr>
            <a:noAutofit/>
          </a:bodyPr>
          <a:lstStyle/>
          <a:p>
            <a:pPr>
              <a:lnSpc>
                <a:spcPct val="150000"/>
              </a:lnSpc>
            </a:pPr>
            <a:r>
              <a:rPr lang="en-US" sz="2400" dirty="0"/>
              <a:t>Histogram of Daily Closing Prices</a:t>
            </a:r>
            <a:br>
              <a:rPr lang="en-US" sz="2400" dirty="0"/>
            </a:br>
            <a:r>
              <a:rPr lang="en-US" sz="2400" dirty="0"/>
              <a:t>Displays how Mobius closing prices are distributed.</a:t>
            </a:r>
            <a:br>
              <a:rPr lang="en-US" sz="2400" dirty="0"/>
            </a:br>
            <a:r>
              <a:rPr lang="en-US" sz="2400" dirty="0"/>
              <a:t>The distribution is right-skewed: most prices are low, but occasional peaks occur.</a:t>
            </a:r>
            <a:br>
              <a:rPr lang="en-US" sz="2400" dirty="0"/>
            </a:br>
            <a:r>
              <a:rPr lang="en-US" sz="2400" dirty="0"/>
              <a:t>Histogram supports checking normality assumptions for Pearson’s correlation.</a:t>
            </a:r>
            <a:br>
              <a:rPr lang="en-US" sz="2400" dirty="0"/>
            </a:br>
            <a:br>
              <a:rPr lang="en-US" sz="2400" dirty="0"/>
            </a:br>
            <a:br>
              <a:rPr lang="en-US" sz="2400" dirty="0"/>
            </a:br>
            <a:br>
              <a:rPr lang="en-US" sz="2400" dirty="0"/>
            </a:br>
            <a:br>
              <a:rPr lang="en-GB" sz="2400" dirty="0">
                <a:effectLst/>
                <a:latin typeface="Calibri" panose="020F0502020204030204" pitchFamily="34" charset="0"/>
                <a:ea typeface="Calibri" panose="020F0502020204030204" pitchFamily="34" charset="0"/>
                <a:cs typeface="Times New Roman" panose="02020603050405020304" pitchFamily="18" charset="0"/>
              </a:rPr>
            </a:br>
            <a:endParaRPr lang="en-GB" sz="2400" dirty="0">
              <a:solidFill>
                <a:srgbClr val="FF0000"/>
              </a:solidFill>
            </a:endParaRPr>
          </a:p>
        </p:txBody>
      </p:sp>
    </p:spTree>
    <p:extLst>
      <p:ext uri="{BB962C8B-B14F-4D97-AF65-F5344CB8AC3E}">
        <p14:creationId xmlns:p14="http://schemas.microsoft.com/office/powerpoint/2010/main" val="28041834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B961CB-B05F-2587-0C6F-C8CCDDEA125E}"/>
            </a:ext>
          </a:extLst>
        </p:cNvPr>
        <p:cNvGrpSpPr/>
        <p:nvPr/>
      </p:nvGrpSpPr>
      <p:grpSpPr>
        <a:xfrm>
          <a:off x="0" y="0"/>
          <a:ext cx="0" cy="0"/>
          <a:chOff x="0" y="0"/>
          <a:chExt cx="0" cy="0"/>
        </a:xfrm>
      </p:grpSpPr>
      <p:sp>
        <p:nvSpPr>
          <p:cNvPr id="2" name="Subtitle 1">
            <a:extLst>
              <a:ext uri="{FF2B5EF4-FFF2-40B4-BE49-F238E27FC236}">
                <a16:creationId xmlns:a16="http://schemas.microsoft.com/office/drawing/2014/main" id="{FA34F124-72EF-C882-071B-B3A8EF51848D}"/>
              </a:ext>
            </a:extLst>
          </p:cNvPr>
          <p:cNvSpPr>
            <a:spLocks noGrp="1"/>
          </p:cNvSpPr>
          <p:nvPr>
            <p:ph type="subTitle" idx="1"/>
          </p:nvPr>
        </p:nvSpPr>
        <p:spPr>
          <a:xfrm>
            <a:off x="680476" y="1394085"/>
            <a:ext cx="10067472" cy="374754"/>
          </a:xfrm>
        </p:spPr>
        <p:txBody>
          <a:bodyPr/>
          <a:lstStyle/>
          <a:p>
            <a:pPr>
              <a:spcAft>
                <a:spcPts val="0"/>
              </a:spcAft>
            </a:pPr>
            <a:r>
              <a:rPr lang="en-US" dirty="0" err="1"/>
              <a:t>Visualisation</a:t>
            </a:r>
            <a:r>
              <a:rPr lang="en-US" dirty="0"/>
              <a:t> Part 2 (Histogram Code)</a:t>
            </a:r>
            <a:endParaRPr lang="en-GB" dirty="0">
              <a:solidFill>
                <a:srgbClr val="FF0000"/>
              </a:solidFill>
            </a:endParaRPr>
          </a:p>
        </p:txBody>
      </p:sp>
      <p:sp>
        <p:nvSpPr>
          <p:cNvPr id="3" name="Footer Placeholder 2">
            <a:extLst>
              <a:ext uri="{FF2B5EF4-FFF2-40B4-BE49-F238E27FC236}">
                <a16:creationId xmlns:a16="http://schemas.microsoft.com/office/drawing/2014/main" id="{288DCA4E-1344-8D50-D402-ACB300F698F9}"/>
              </a:ext>
            </a:extLst>
          </p:cNvPr>
          <p:cNvSpPr>
            <a:spLocks noGrp="1"/>
          </p:cNvSpPr>
          <p:nvPr>
            <p:ph type="ftr" sz="quarter" idx="11"/>
          </p:nvPr>
        </p:nvSpPr>
        <p:spPr>
          <a:xfrm>
            <a:off x="932813" y="791022"/>
            <a:ext cx="7176911" cy="230832"/>
          </a:xfrm>
        </p:spPr>
        <p:txBody>
          <a:bodyPr/>
          <a:lstStyle/>
          <a:p>
            <a:r>
              <a:rPr lang="en-GB" dirty="0"/>
              <a:t>PRE 7COM1079-2025  Student Group No: B 165 </a:t>
            </a:r>
          </a:p>
        </p:txBody>
      </p:sp>
      <p:sp>
        <p:nvSpPr>
          <p:cNvPr id="4" name="Slide Number Placeholder 3">
            <a:extLst>
              <a:ext uri="{FF2B5EF4-FFF2-40B4-BE49-F238E27FC236}">
                <a16:creationId xmlns:a16="http://schemas.microsoft.com/office/drawing/2014/main" id="{BC6D91B1-8929-1D99-7C29-815EED507FE6}"/>
              </a:ext>
            </a:extLst>
          </p:cNvPr>
          <p:cNvSpPr>
            <a:spLocks noGrp="1"/>
          </p:cNvSpPr>
          <p:nvPr>
            <p:ph type="sldNum" sz="quarter" idx="12"/>
          </p:nvPr>
        </p:nvSpPr>
        <p:spPr>
          <a:xfrm>
            <a:off x="10616400" y="791022"/>
            <a:ext cx="622800" cy="230832"/>
          </a:xfrm>
        </p:spPr>
        <p:txBody>
          <a:bodyPr/>
          <a:lstStyle/>
          <a:p>
            <a:r>
              <a:rPr lang="en-US"/>
              <a:t>3</a:t>
            </a:r>
            <a:endParaRPr lang="en-GB"/>
          </a:p>
        </p:txBody>
      </p:sp>
      <p:pic>
        <p:nvPicPr>
          <p:cNvPr id="6" name="Picture 5" descr="A black background with white text&#10;&#10;AI-generated content may be incorrect.">
            <a:extLst>
              <a:ext uri="{FF2B5EF4-FFF2-40B4-BE49-F238E27FC236}">
                <a16:creationId xmlns:a16="http://schemas.microsoft.com/office/drawing/2014/main" id="{321F556F-05EE-F434-84DA-A961CB1B8EA1}"/>
              </a:ext>
            </a:extLst>
          </p:cNvPr>
          <p:cNvPicPr>
            <a:picLocks noChangeAspect="1"/>
          </p:cNvPicPr>
          <p:nvPr/>
        </p:nvPicPr>
        <p:blipFill>
          <a:blip r:embed="rId3"/>
          <a:stretch>
            <a:fillRect/>
          </a:stretch>
        </p:blipFill>
        <p:spPr>
          <a:xfrm>
            <a:off x="1501060" y="2021148"/>
            <a:ext cx="9426740" cy="2296019"/>
          </a:xfrm>
          <a:prstGeom prst="rect">
            <a:avLst/>
          </a:prstGeom>
        </p:spPr>
      </p:pic>
    </p:spTree>
    <p:extLst>
      <p:ext uri="{BB962C8B-B14F-4D97-AF65-F5344CB8AC3E}">
        <p14:creationId xmlns:p14="http://schemas.microsoft.com/office/powerpoint/2010/main" val="30857266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B1697A-E3BC-8AAC-8E40-E9E435A3E6C6}"/>
            </a:ext>
          </a:extLst>
        </p:cNvPr>
        <p:cNvGrpSpPr/>
        <p:nvPr/>
      </p:nvGrpSpPr>
      <p:grpSpPr>
        <a:xfrm>
          <a:off x="0" y="0"/>
          <a:ext cx="0" cy="0"/>
          <a:chOff x="0" y="0"/>
          <a:chExt cx="0" cy="0"/>
        </a:xfrm>
      </p:grpSpPr>
      <p:sp>
        <p:nvSpPr>
          <p:cNvPr id="2" name="Subtitle 1">
            <a:extLst>
              <a:ext uri="{FF2B5EF4-FFF2-40B4-BE49-F238E27FC236}">
                <a16:creationId xmlns:a16="http://schemas.microsoft.com/office/drawing/2014/main" id="{342A37D0-C4DC-7A68-7A01-B1AC8F088406}"/>
              </a:ext>
            </a:extLst>
          </p:cNvPr>
          <p:cNvSpPr>
            <a:spLocks noGrp="1"/>
          </p:cNvSpPr>
          <p:nvPr>
            <p:ph type="subTitle" idx="1"/>
          </p:nvPr>
        </p:nvSpPr>
        <p:spPr>
          <a:xfrm>
            <a:off x="965289" y="1244184"/>
            <a:ext cx="10273911" cy="374754"/>
          </a:xfrm>
        </p:spPr>
        <p:txBody>
          <a:bodyPr/>
          <a:lstStyle/>
          <a:p>
            <a:pPr>
              <a:spcAft>
                <a:spcPts val="0"/>
              </a:spcAft>
            </a:pPr>
            <a:r>
              <a:rPr lang="en-US" dirty="0" err="1"/>
              <a:t>Visualisation</a:t>
            </a:r>
            <a:r>
              <a:rPr lang="en-US" dirty="0"/>
              <a:t> Part 2 (Histogram + Normal Curve)</a:t>
            </a:r>
            <a:endParaRPr lang="en-GB" dirty="0">
              <a:solidFill>
                <a:srgbClr val="FF0000"/>
              </a:solidFill>
            </a:endParaRPr>
          </a:p>
        </p:txBody>
      </p:sp>
      <p:sp>
        <p:nvSpPr>
          <p:cNvPr id="3" name="Footer Placeholder 2">
            <a:extLst>
              <a:ext uri="{FF2B5EF4-FFF2-40B4-BE49-F238E27FC236}">
                <a16:creationId xmlns:a16="http://schemas.microsoft.com/office/drawing/2014/main" id="{9B427F87-1C11-50E1-2E92-4DE717AAD3A3}"/>
              </a:ext>
            </a:extLst>
          </p:cNvPr>
          <p:cNvSpPr>
            <a:spLocks noGrp="1"/>
          </p:cNvSpPr>
          <p:nvPr>
            <p:ph type="ftr" sz="quarter" idx="11"/>
          </p:nvPr>
        </p:nvSpPr>
        <p:spPr/>
        <p:txBody>
          <a:bodyPr/>
          <a:lstStyle/>
          <a:p>
            <a:r>
              <a:rPr lang="en-GB" dirty="0"/>
              <a:t>PRE 7COM1079-2025  Student Group No: B 165 </a:t>
            </a:r>
          </a:p>
        </p:txBody>
      </p:sp>
      <p:sp>
        <p:nvSpPr>
          <p:cNvPr id="4" name="Slide Number Placeholder 3">
            <a:extLst>
              <a:ext uri="{FF2B5EF4-FFF2-40B4-BE49-F238E27FC236}">
                <a16:creationId xmlns:a16="http://schemas.microsoft.com/office/drawing/2014/main" id="{830C5F2C-CCA2-F0ED-5BA5-392EEB46ECC3}"/>
              </a:ext>
            </a:extLst>
          </p:cNvPr>
          <p:cNvSpPr>
            <a:spLocks noGrp="1"/>
          </p:cNvSpPr>
          <p:nvPr>
            <p:ph type="sldNum" sz="quarter" idx="12"/>
          </p:nvPr>
        </p:nvSpPr>
        <p:spPr>
          <a:xfrm>
            <a:off x="10616400" y="791022"/>
            <a:ext cx="622800" cy="230832"/>
          </a:xfrm>
        </p:spPr>
        <p:txBody>
          <a:bodyPr/>
          <a:lstStyle/>
          <a:p>
            <a:r>
              <a:rPr lang="en-US"/>
              <a:t>3</a:t>
            </a:r>
            <a:endParaRPr lang="en-GB"/>
          </a:p>
        </p:txBody>
      </p:sp>
      <p:sp>
        <p:nvSpPr>
          <p:cNvPr id="7" name="AutoShape 4">
            <a:extLst>
              <a:ext uri="{FF2B5EF4-FFF2-40B4-BE49-F238E27FC236}">
                <a16:creationId xmlns:a16="http://schemas.microsoft.com/office/drawing/2014/main" id="{8334D4C5-3016-A248-DFD9-D0C674FF453C}"/>
              </a:ext>
            </a:extLst>
          </p:cNvPr>
          <p:cNvSpPr>
            <a:spLocks noChangeAspect="1" noChangeArrowheads="1"/>
          </p:cNvSpPr>
          <p:nvPr/>
        </p:nvSpPr>
        <p:spPr bwMode="auto">
          <a:xfrm>
            <a:off x="5943599" y="148653"/>
            <a:ext cx="3432747" cy="3432747"/>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9" name="Picture 8" descr="A graph of a price&#10;&#10;AI-generated content may be incorrect.">
            <a:extLst>
              <a:ext uri="{FF2B5EF4-FFF2-40B4-BE49-F238E27FC236}">
                <a16:creationId xmlns:a16="http://schemas.microsoft.com/office/drawing/2014/main" id="{80ADD2B1-AADF-4A61-2344-6B901F9471B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27947" y="1807540"/>
            <a:ext cx="5986073" cy="4593132"/>
          </a:xfrm>
          <a:prstGeom prst="rect">
            <a:avLst/>
          </a:prstGeom>
        </p:spPr>
      </p:pic>
    </p:spTree>
    <p:extLst>
      <p:ext uri="{BB962C8B-B14F-4D97-AF65-F5344CB8AC3E}">
        <p14:creationId xmlns:p14="http://schemas.microsoft.com/office/powerpoint/2010/main" val="1813725370"/>
      </p:ext>
    </p:extLst>
  </p:cSld>
  <p:clrMapOvr>
    <a:masterClrMapping/>
  </p:clrMapOvr>
</p:sld>
</file>

<file path=ppt/theme/theme1.xml><?xml version="1.0" encoding="utf-8"?>
<a:theme xmlns:a="http://schemas.openxmlformats.org/drawingml/2006/main" name="Herts Theme">
  <a:themeElements>
    <a:clrScheme name="Custom 2">
      <a:dk1>
        <a:srgbClr val="203232"/>
      </a:dk1>
      <a:lt1>
        <a:srgbClr val="FFFFFF"/>
      </a:lt1>
      <a:dk2>
        <a:srgbClr val="203232"/>
      </a:dk2>
      <a:lt2>
        <a:srgbClr val="FFFFFF"/>
      </a:lt2>
      <a:accent1>
        <a:srgbClr val="9C5FB5"/>
      </a:accent1>
      <a:accent2>
        <a:srgbClr val="00B9E4"/>
      </a:accent2>
      <a:accent3>
        <a:srgbClr val="F53F5B"/>
      </a:accent3>
      <a:accent4>
        <a:srgbClr val="0073CF"/>
      </a:accent4>
      <a:accent5>
        <a:srgbClr val="45B382"/>
      </a:accent5>
      <a:accent6>
        <a:srgbClr val="FFCF20"/>
      </a:accent6>
      <a:hlink>
        <a:srgbClr val="0073CF"/>
      </a:hlink>
      <a:folHlink>
        <a:srgbClr val="9C5FB5"/>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Information xmlns="4ad138b4-2b68-4b70-945d-07f8f18b1c9a"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26DBA85F447B164191BB36C258697B67" ma:contentTypeVersion="14" ma:contentTypeDescription="Create a new document." ma:contentTypeScope="" ma:versionID="ea511d05ca7f895fe9556935b5c9af34">
  <xsd:schema xmlns:xsd="http://www.w3.org/2001/XMLSchema" xmlns:xs="http://www.w3.org/2001/XMLSchema" xmlns:p="http://schemas.microsoft.com/office/2006/metadata/properties" xmlns:ns2="4ad138b4-2b68-4b70-945d-07f8f18b1c9a" xmlns:ns3="3c474641-ec36-472f-b125-6b1b0910eaa4" targetNamespace="http://schemas.microsoft.com/office/2006/metadata/properties" ma:root="true" ma:fieldsID="662270106d7a7e100bcac2c5f8d29899" ns2:_="" ns3:_="">
    <xsd:import namespace="4ad138b4-2b68-4b70-945d-07f8f18b1c9a"/>
    <xsd:import namespace="3c474641-ec36-472f-b125-6b1b0910eaa4"/>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Information" minOccurs="0"/>
                <xsd:element ref="ns2:MediaServiceAutoKeyPoints" minOccurs="0"/>
                <xsd:element ref="ns2:MediaServiceKeyPoints" minOccurs="0"/>
                <xsd:element ref="ns2:MediaServiceDateTaken" minOccurs="0"/>
                <xsd:element ref="ns2:MediaServiceAutoTags" minOccurs="0"/>
                <xsd:element ref="ns2:MediaServiceGenerationTime" minOccurs="0"/>
                <xsd:element ref="ns2:MediaServiceEventHashCode" minOccurs="0"/>
                <xsd:element ref="ns2:MediaServiceOCR"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ad138b4-2b68-4b70-945d-07f8f18b1c9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Information" ma:index="12" nillable="true" ma:displayName="Information" ma:format="Dropdown" ma:internalName="Information">
      <xsd:simpleType>
        <xsd:restriction base="dms:Text">
          <xsd:maxLength value="255"/>
        </xsd:restriction>
      </xsd:simpleType>
    </xsd:element>
    <xsd:element name="MediaServiceAutoKeyPoints" ma:index="13" nillable="true" ma:displayName="MediaServiceAutoKeyPoints" ma:hidden="true" ma:internalName="MediaServiceAutoKeyPoints" ma:readOnly="true">
      <xsd:simpleType>
        <xsd:restriction base="dms:Note"/>
      </xsd:simpleType>
    </xsd:element>
    <xsd:element name="MediaServiceKeyPoints" ma:index="14" nillable="true" ma:displayName="KeyPoints" ma:internalName="MediaServiceKeyPoints" ma:readOnly="true">
      <xsd:simpleType>
        <xsd:restriction base="dms:Note">
          <xsd:maxLength value="255"/>
        </xsd:restriction>
      </xsd:simpleType>
    </xsd:element>
    <xsd:element name="MediaServiceDateTaken" ma:index="15" nillable="true" ma:displayName="MediaServiceDateTaken" ma:hidden="true" ma:internalName="MediaServiceDateTaken" ma:readOnly="true">
      <xsd:simpleType>
        <xsd:restriction base="dms:Text"/>
      </xsd:simpleType>
    </xsd:element>
    <xsd:element name="MediaServiceAutoTags" ma:index="16" nillable="true" ma:displayName="Tags" ma:internalName="MediaServiceAutoTags" ma:readOnly="true">
      <xsd:simpleType>
        <xsd:restriction base="dms:Text"/>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OCR" ma:index="19" nillable="true" ma:displayName="Extracted Text" ma:internalName="MediaServiceOCR" ma:readOnly="true">
      <xsd:simpleType>
        <xsd:restriction base="dms:Note">
          <xsd:maxLength value="255"/>
        </xsd:restriction>
      </xsd:simpleType>
    </xsd:element>
    <xsd:element name="MediaServiceLocation" ma:index="20" nillable="true" ma:displayName="Location"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3c474641-ec36-472f-b125-6b1b0910eaa4"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EDD1FC41-23C7-41B0-B5F9-BF4CD38AD2ED}">
  <ds:schemaRefs>
    <ds:schemaRef ds:uri="http://schemas.openxmlformats.org/package/2006/metadata/core-properties"/>
    <ds:schemaRef ds:uri="http://purl.org/dc/terms/"/>
    <ds:schemaRef ds:uri="http://purl.org/dc/elements/1.1/"/>
    <ds:schemaRef ds:uri="4ad138b4-2b68-4b70-945d-07f8f18b1c9a"/>
    <ds:schemaRef ds:uri="http://schemas.microsoft.com/office/2006/documentManagement/types"/>
    <ds:schemaRef ds:uri="http://schemas.microsoft.com/office/infopath/2007/PartnerControls"/>
    <ds:schemaRef ds:uri="http://schemas.microsoft.com/office/2006/metadata/properties"/>
    <ds:schemaRef ds:uri="3c474641-ec36-472f-b125-6b1b0910eaa4"/>
    <ds:schemaRef ds:uri="http://www.w3.org/XML/1998/namespace"/>
    <ds:schemaRef ds:uri="http://purl.org/dc/dcmitype/"/>
  </ds:schemaRefs>
</ds:datastoreItem>
</file>

<file path=customXml/itemProps2.xml><?xml version="1.0" encoding="utf-8"?>
<ds:datastoreItem xmlns:ds="http://schemas.openxmlformats.org/officeDocument/2006/customXml" ds:itemID="{91C521DD-2673-4EE6-BB9B-DC5C3320FFBB}">
  <ds:schemaRefs>
    <ds:schemaRef ds:uri="http://schemas.microsoft.com/sharepoint/v3/contenttype/forms"/>
  </ds:schemaRefs>
</ds:datastoreItem>
</file>

<file path=customXml/itemProps3.xml><?xml version="1.0" encoding="utf-8"?>
<ds:datastoreItem xmlns:ds="http://schemas.openxmlformats.org/officeDocument/2006/customXml" ds:itemID="{421B8C57-903D-4D0E-8336-7B512F760CD1}">
  <ds:schemaRefs>
    <ds:schemaRef ds:uri="3c474641-ec36-472f-b125-6b1b0910eaa4"/>
    <ds:schemaRef ds:uri="4ad138b4-2b68-4b70-945d-07f8f18b1c9a"/>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otalTime>1132</TotalTime>
  <Words>681</Words>
  <Application>Microsoft Office PowerPoint</Application>
  <PresentationFormat>Widescreen</PresentationFormat>
  <Paragraphs>55</Paragraphs>
  <Slides>11</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Herts Theme</vt:lpstr>
      <vt:lpstr>Research Question –  Tutorial Presentation for Feedback                                                                                   Date:  11/12/2025 </vt:lpstr>
      <vt:lpstr>Dataset ID: Mobius.csv (extracted from IoT Coins Dataset) Rows: 398 Variables used: Independent Variable: Opening Price (interval) Dependent Variable: Closing Price (interval)      </vt:lpstr>
      <vt:lpstr>This dataset is interesting to us because: Mobius is a small-cap cryptocurrency with strong intraday price variation, making it ideal for studying opening–closing price relationships. Variables used in our Research Question Opening Price (Independent variable – interval / numeric) Closing Price (Dependent variable – interval / numeric) </vt:lpstr>
      <vt:lpstr>“Is there a significant correlation between the daily opening price (independent variable) and the daily closing price (dependent variable) for the Mobius cryptocurrency?” This follows Template 1 (Correlation): “Is there a correlation between dependent interval variable and independent interval variable?”  </vt:lpstr>
      <vt:lpstr>PowerPoint Presentation</vt:lpstr>
      <vt:lpstr>Scatterplot: Opening vs Closing Price Shows the linear relationship between Opening (X-axis) and Closing Price (Y-axis). A strong upward trend is visible, meaning higher opening prices generally lead to higher closing prices. This directly supports our correlation-based RQ.    </vt:lpstr>
      <vt:lpstr>PowerPoint Presentation</vt:lpstr>
      <vt:lpstr>PowerPoint Presentation</vt:lpstr>
      <vt:lpstr>Histogram of Daily Closing Prices Displays how Mobius closing prices are distributed. The distribution is right-skewed: most prices are low, but occasional peaks occur. Histogram supports checking normality assumptions for Pearson’s correlation.     </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Joanne Harwood</dc:creator>
  <cp:lastModifiedBy>Muhammad Marsad [Student-PECS]</cp:lastModifiedBy>
  <cp:revision>123</cp:revision>
  <dcterms:created xsi:type="dcterms:W3CDTF">2019-10-01T08:37:56Z</dcterms:created>
  <dcterms:modified xsi:type="dcterms:W3CDTF">2025-12-11T21:54:20Z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0x01010026DBA85F447B164191BB36C258697B67</vt:lpwstr>
  </property>
</Properties>
</file>